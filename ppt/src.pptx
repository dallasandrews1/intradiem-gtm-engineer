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66" r:id="rId4"/>
  </p:sldMasterIdLst>
  <p:notesMasterIdLst>
    <p:notesMasterId r:id="rId11"/>
  </p:notesMasterIdLst>
  <p:sldIdLst>
    <p:sldId id="276" r:id="rId5"/>
    <p:sldId id="280" r:id="rId6"/>
    <p:sldId id="279" r:id="rId7"/>
    <p:sldId id="258" r:id="rId8"/>
    <p:sldId id="278" r:id="rId9"/>
    <p:sldId id="27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adiem" id="{63C6925F-16A7-4499-94AD-0120FFF2EC1E}">
          <p14:sldIdLst>
            <p14:sldId id="276"/>
            <p14:sldId id="280"/>
            <p14:sldId id="279"/>
            <p14:sldId id="258"/>
            <p14:sldId id="278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830141B-61FF-E586-6611-E53F79DB75D2}" name="Kristen DuPree" initials="" userId="S::kristen.dupree@Intradiem.com::de814daa-2037-4064-8b97-8145339480c4" providerId="AD"/>
  <p188:author id="{4696FC31-2325-080A-7E0E-02608B0CD3D0}" name="Melissa Spies" initials="MS" userId="S::mspies@Intradiem.com::078b129c-6bd9-40d4-823f-2a46e0f544bb" providerId="AD"/>
  <p188:author id="{6F79A24D-816A-2AE3-DEA4-A43963653B91}" name="Cheryl Eckel" initials="CE" userId="S::cheryl.eckel@intradiem.com::7b6fb6a4-7ea8-46a8-9e7f-0037857340d8" providerId="AD"/>
  <p188:author id="{728F0C90-972B-5800-EE06-0768C8503F24}" name="Cheryl Eckel" initials="CE" userId="S::cheryl.eckel@Intradiem.com::7b6fb6a4-7ea8-46a8-9e7f-0037857340d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F92"/>
    <a:srgbClr val="0F4C99"/>
    <a:srgbClr val="EEF9F3"/>
    <a:srgbClr val="CDE5D5"/>
    <a:srgbClr val="5151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DAACC4-A097-6D48-BE63-8581FDC8E830}" v="76" dt="2026-08-13T20:07:27.5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46"/>
    <p:restoredTop sz="94643"/>
  </p:normalViewPr>
  <p:slideViewPr>
    <p:cSldViewPr snapToGrid="0">
      <p:cViewPr varScale="1">
        <p:scale>
          <a:sx n="139" d="100"/>
          <a:sy n="139" d="100"/>
        </p:scale>
        <p:origin x="1168" y="176"/>
      </p:cViewPr>
      <p:guideLst/>
    </p:cSldViewPr>
  </p:slideViewPr>
  <p:notesTextViewPr>
    <p:cViewPr>
      <p:scale>
        <a:sx n="70" d="100"/>
        <a:sy n="7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chel-Lyn Cavano" userId="88a8eb73-f21c-42f2-804b-0de67678d4a8" providerId="ADAL" clId="{87A5AB8E-FC04-5254-BD40-6052A764F2B6}"/>
    <pc:docChg chg="undo redo custSel addSld modSld modMainMaster modSection">
      <pc:chgData name="Rachel-Lyn Cavano" userId="88a8eb73-f21c-42f2-804b-0de67678d4a8" providerId="ADAL" clId="{87A5AB8E-FC04-5254-BD40-6052A764F2B6}" dt="2026-08-19T16:44:21.607" v="157" actId="6264"/>
      <pc:docMkLst>
        <pc:docMk/>
      </pc:docMkLst>
      <pc:sldChg chg="addSp delSp modSp add mod modClrScheme chgLayout">
        <pc:chgData name="Rachel-Lyn Cavano" userId="88a8eb73-f21c-42f2-804b-0de67678d4a8" providerId="ADAL" clId="{87A5AB8E-FC04-5254-BD40-6052A764F2B6}" dt="2026-08-19T16:44:21.607" v="157" actId="6264"/>
        <pc:sldMkLst>
          <pc:docMk/>
          <pc:sldMk cId="2743285380" sldId="280"/>
        </pc:sldMkLst>
        <pc:spChg chg="add mod ord">
          <ac:chgData name="Rachel-Lyn Cavano" userId="88a8eb73-f21c-42f2-804b-0de67678d4a8" providerId="ADAL" clId="{87A5AB8E-FC04-5254-BD40-6052A764F2B6}" dt="2026-08-19T16:44:07.169" v="80" actId="20577"/>
          <ac:spMkLst>
            <pc:docMk/>
            <pc:sldMk cId="2743285380" sldId="280"/>
            <ac:spMk id="2" creationId="{030507E7-8383-B09B-EBEA-100146210F64}"/>
          </ac:spMkLst>
        </pc:spChg>
        <pc:spChg chg="add del mod ord">
          <ac:chgData name="Rachel-Lyn Cavano" userId="88a8eb73-f21c-42f2-804b-0de67678d4a8" providerId="ADAL" clId="{87A5AB8E-FC04-5254-BD40-6052A764F2B6}" dt="2026-08-19T16:44:18.615" v="155" actId="6264"/>
          <ac:spMkLst>
            <pc:docMk/>
            <pc:sldMk cId="2743285380" sldId="280"/>
            <ac:spMk id="3" creationId="{BB381219-7F3F-05CE-9F67-76AADC6A6B86}"/>
          </ac:spMkLst>
        </pc:spChg>
        <pc:spChg chg="add mod ord">
          <ac:chgData name="Rachel-Lyn Cavano" userId="88a8eb73-f21c-42f2-804b-0de67678d4a8" providerId="ADAL" clId="{87A5AB8E-FC04-5254-BD40-6052A764F2B6}" dt="2026-08-19T16:44:12.557" v="107" actId="20577"/>
          <ac:spMkLst>
            <pc:docMk/>
            <pc:sldMk cId="2743285380" sldId="280"/>
            <ac:spMk id="4" creationId="{270046C0-9822-8A0B-188E-C3C5BDDDE9AA}"/>
          </ac:spMkLst>
        </pc:spChg>
        <pc:spChg chg="add del mod ord">
          <ac:chgData name="Rachel-Lyn Cavano" userId="88a8eb73-f21c-42f2-804b-0de67678d4a8" providerId="ADAL" clId="{87A5AB8E-FC04-5254-BD40-6052A764F2B6}" dt="2026-08-19T16:44:20.299" v="156" actId="478"/>
          <ac:spMkLst>
            <pc:docMk/>
            <pc:sldMk cId="2743285380" sldId="280"/>
            <ac:spMk id="5" creationId="{516597E5-C496-17D1-616E-FA039DEFD272}"/>
          </ac:spMkLst>
        </pc:spChg>
        <pc:spChg chg="add mod ord">
          <ac:chgData name="Rachel-Lyn Cavano" userId="88a8eb73-f21c-42f2-804b-0de67678d4a8" providerId="ADAL" clId="{87A5AB8E-FC04-5254-BD40-6052A764F2B6}" dt="2026-08-19T16:44:13.297" v="115" actId="20577"/>
          <ac:spMkLst>
            <pc:docMk/>
            <pc:sldMk cId="2743285380" sldId="280"/>
            <ac:spMk id="6" creationId="{CE3779A1-62CD-49DA-1D92-43049AC5BF32}"/>
          </ac:spMkLst>
        </pc:spChg>
        <pc:spChg chg="del mod">
          <ac:chgData name="Rachel-Lyn Cavano" userId="88a8eb73-f21c-42f2-804b-0de67678d4a8" providerId="ADAL" clId="{87A5AB8E-FC04-5254-BD40-6052A764F2B6}" dt="2026-08-19T16:44:20.299" v="156" actId="478"/>
          <ac:spMkLst>
            <pc:docMk/>
            <pc:sldMk cId="2743285380" sldId="280"/>
            <ac:spMk id="7" creationId="{F18A93FA-EAD0-C412-767F-6D7688249D6F}"/>
          </ac:spMkLst>
        </pc:spChg>
        <pc:spChg chg="add del mod ord">
          <ac:chgData name="Rachel-Lyn Cavano" userId="88a8eb73-f21c-42f2-804b-0de67678d4a8" providerId="ADAL" clId="{87A5AB8E-FC04-5254-BD40-6052A764F2B6}" dt="2026-08-19T16:44:18.615" v="155" actId="6264"/>
          <ac:spMkLst>
            <pc:docMk/>
            <pc:sldMk cId="2743285380" sldId="280"/>
            <ac:spMk id="8" creationId="{AAD67D13-18FB-D1C5-0F5F-E375C173D309}"/>
          </ac:spMkLst>
        </pc:spChg>
        <pc:spChg chg="del mod ord">
          <ac:chgData name="Rachel-Lyn Cavano" userId="88a8eb73-f21c-42f2-804b-0de67678d4a8" providerId="ADAL" clId="{87A5AB8E-FC04-5254-BD40-6052A764F2B6}" dt="2026-08-19T16:44:20.299" v="156" actId="478"/>
          <ac:spMkLst>
            <pc:docMk/>
            <pc:sldMk cId="2743285380" sldId="280"/>
            <ac:spMk id="9" creationId="{76A55A62-72C4-B735-843A-6DC7D7BC1291}"/>
          </ac:spMkLst>
        </pc:spChg>
        <pc:spChg chg="add mod ord">
          <ac:chgData name="Rachel-Lyn Cavano" userId="88a8eb73-f21c-42f2-804b-0de67678d4a8" providerId="ADAL" clId="{87A5AB8E-FC04-5254-BD40-6052A764F2B6}" dt="2026-08-19T16:44:15.044" v="139" actId="20577"/>
          <ac:spMkLst>
            <pc:docMk/>
            <pc:sldMk cId="2743285380" sldId="280"/>
            <ac:spMk id="10" creationId="{3FC7FD58-0CA9-35BD-77C9-AB364267F4D5}"/>
          </ac:spMkLst>
        </pc:spChg>
        <pc:spChg chg="add del mod ord">
          <ac:chgData name="Rachel-Lyn Cavano" userId="88a8eb73-f21c-42f2-804b-0de67678d4a8" providerId="ADAL" clId="{87A5AB8E-FC04-5254-BD40-6052A764F2B6}" dt="2026-08-19T16:44:20.299" v="156" actId="478"/>
          <ac:spMkLst>
            <pc:docMk/>
            <pc:sldMk cId="2743285380" sldId="280"/>
            <ac:spMk id="11" creationId="{FDD84516-02F6-A4B9-AC7C-3D849F580A3C}"/>
          </ac:spMkLst>
        </pc:spChg>
        <pc:spChg chg="del mod ord">
          <ac:chgData name="Rachel-Lyn Cavano" userId="88a8eb73-f21c-42f2-804b-0de67678d4a8" providerId="ADAL" clId="{87A5AB8E-FC04-5254-BD40-6052A764F2B6}" dt="2026-08-19T16:44:20.299" v="156" actId="478"/>
          <ac:spMkLst>
            <pc:docMk/>
            <pc:sldMk cId="2743285380" sldId="280"/>
            <ac:spMk id="12" creationId="{219BDFA1-E0D5-2E9F-4375-D9606A0EFA81}"/>
          </ac:spMkLst>
        </pc:spChg>
        <pc:spChg chg="add del mod">
          <ac:chgData name="Rachel-Lyn Cavano" userId="88a8eb73-f21c-42f2-804b-0de67678d4a8" providerId="ADAL" clId="{87A5AB8E-FC04-5254-BD40-6052A764F2B6}" dt="2026-08-19T16:44:18.615" v="155" actId="6264"/>
          <ac:spMkLst>
            <pc:docMk/>
            <pc:sldMk cId="2743285380" sldId="280"/>
            <ac:spMk id="15" creationId="{52BD0B23-93DC-57DE-81BC-6294E9434671}"/>
          </ac:spMkLst>
        </pc:spChg>
        <pc:spChg chg="add del mod">
          <ac:chgData name="Rachel-Lyn Cavano" userId="88a8eb73-f21c-42f2-804b-0de67678d4a8" providerId="ADAL" clId="{87A5AB8E-FC04-5254-BD40-6052A764F2B6}" dt="2026-08-19T16:44:18.615" v="155" actId="6264"/>
          <ac:spMkLst>
            <pc:docMk/>
            <pc:sldMk cId="2743285380" sldId="280"/>
            <ac:spMk id="18" creationId="{F709B37A-BD98-6760-DD3A-021E75E912AB}"/>
          </ac:spMkLst>
        </pc:spChg>
        <pc:spChg chg="add del mod">
          <ac:chgData name="Rachel-Lyn Cavano" userId="88a8eb73-f21c-42f2-804b-0de67678d4a8" providerId="ADAL" clId="{87A5AB8E-FC04-5254-BD40-6052A764F2B6}" dt="2026-08-19T16:44:18.615" v="155" actId="6264"/>
          <ac:spMkLst>
            <pc:docMk/>
            <pc:sldMk cId="2743285380" sldId="280"/>
            <ac:spMk id="20" creationId="{61BB40D6-CABC-1063-D8BE-3F651EAC2EAF}"/>
          </ac:spMkLst>
        </pc:spChg>
        <pc:spChg chg="add del mod">
          <ac:chgData name="Rachel-Lyn Cavano" userId="88a8eb73-f21c-42f2-804b-0de67678d4a8" providerId="ADAL" clId="{87A5AB8E-FC04-5254-BD40-6052A764F2B6}" dt="2026-08-19T16:44:18.615" v="155" actId="6264"/>
          <ac:spMkLst>
            <pc:docMk/>
            <pc:sldMk cId="2743285380" sldId="280"/>
            <ac:spMk id="21" creationId="{7C0FF402-68C0-8D23-FF4C-583B7BACD54B}"/>
          </ac:spMkLst>
        </pc:spChg>
        <pc:spChg chg="del">
          <ac:chgData name="Rachel-Lyn Cavano" userId="88a8eb73-f21c-42f2-804b-0de67678d4a8" providerId="ADAL" clId="{87A5AB8E-FC04-5254-BD40-6052A764F2B6}" dt="2026-08-19T16:44:20.299" v="156" actId="478"/>
          <ac:spMkLst>
            <pc:docMk/>
            <pc:sldMk cId="2743285380" sldId="280"/>
            <ac:spMk id="22" creationId="{C239060F-D055-2029-6D8F-7AD4D503B756}"/>
          </ac:spMkLst>
        </pc:spChg>
        <pc:spChg chg="add del mod ord">
          <ac:chgData name="Rachel-Lyn Cavano" userId="88a8eb73-f21c-42f2-804b-0de67678d4a8" providerId="ADAL" clId="{87A5AB8E-FC04-5254-BD40-6052A764F2B6}" dt="2026-08-19T16:44:20.299" v="156" actId="478"/>
          <ac:spMkLst>
            <pc:docMk/>
            <pc:sldMk cId="2743285380" sldId="280"/>
            <ac:spMk id="23" creationId="{B21AE9CF-CD56-F0F1-FE5A-838766AF1B4B}"/>
          </ac:spMkLst>
        </pc:spChg>
        <pc:spChg chg="add del mod">
          <ac:chgData name="Rachel-Lyn Cavano" userId="88a8eb73-f21c-42f2-804b-0de67678d4a8" providerId="ADAL" clId="{87A5AB8E-FC04-5254-BD40-6052A764F2B6}" dt="2026-08-19T16:44:21.607" v="157" actId="6264"/>
          <ac:spMkLst>
            <pc:docMk/>
            <pc:sldMk cId="2743285380" sldId="280"/>
            <ac:spMk id="29" creationId="{8AEE402D-D917-312F-8A22-2539742445DE}"/>
          </ac:spMkLst>
        </pc:spChg>
        <pc:spChg chg="add del mod">
          <ac:chgData name="Rachel-Lyn Cavano" userId="88a8eb73-f21c-42f2-804b-0de67678d4a8" providerId="ADAL" clId="{87A5AB8E-FC04-5254-BD40-6052A764F2B6}" dt="2026-08-19T16:44:21.607" v="157" actId="6264"/>
          <ac:spMkLst>
            <pc:docMk/>
            <pc:sldMk cId="2743285380" sldId="280"/>
            <ac:spMk id="35" creationId="{BCAFE4F2-0B93-D3AB-FF22-5FFDA3BF0BA9}"/>
          </ac:spMkLst>
        </pc:spChg>
        <pc:spChg chg="del">
          <ac:chgData name="Rachel-Lyn Cavano" userId="88a8eb73-f21c-42f2-804b-0de67678d4a8" providerId="ADAL" clId="{87A5AB8E-FC04-5254-BD40-6052A764F2B6}" dt="2026-08-19T16:44:21.607" v="157" actId="6264"/>
          <ac:spMkLst>
            <pc:docMk/>
            <pc:sldMk cId="2743285380" sldId="280"/>
            <ac:spMk id="39" creationId="{00487D7F-4317-6D2B-7523-E728A3390E4E}"/>
          </ac:spMkLst>
        </pc:spChg>
        <pc:spChg chg="add del mod">
          <ac:chgData name="Rachel-Lyn Cavano" userId="88a8eb73-f21c-42f2-804b-0de67678d4a8" providerId="ADAL" clId="{87A5AB8E-FC04-5254-BD40-6052A764F2B6}" dt="2026-08-19T16:44:21.607" v="157" actId="6264"/>
          <ac:spMkLst>
            <pc:docMk/>
            <pc:sldMk cId="2743285380" sldId="280"/>
            <ac:spMk id="41" creationId="{8E87C32B-72A8-6830-2BE2-A84ABC38D43A}"/>
          </ac:spMkLst>
        </pc:spChg>
        <pc:spChg chg="add mod ord">
          <ac:chgData name="Rachel-Lyn Cavano" userId="88a8eb73-f21c-42f2-804b-0de67678d4a8" providerId="ADAL" clId="{87A5AB8E-FC04-5254-BD40-6052A764F2B6}" dt="2026-08-19T16:44:21.607" v="157" actId="6264"/>
          <ac:spMkLst>
            <pc:docMk/>
            <pc:sldMk cId="2743285380" sldId="280"/>
            <ac:spMk id="43" creationId="{5B093C3E-0E80-CC95-6DE7-3E912EB71A10}"/>
          </ac:spMkLst>
        </pc:spChg>
        <pc:spChg chg="add mod ord">
          <ac:chgData name="Rachel-Lyn Cavano" userId="88a8eb73-f21c-42f2-804b-0de67678d4a8" providerId="ADAL" clId="{87A5AB8E-FC04-5254-BD40-6052A764F2B6}" dt="2026-08-19T16:44:21.607" v="157" actId="6264"/>
          <ac:spMkLst>
            <pc:docMk/>
            <pc:sldMk cId="2743285380" sldId="280"/>
            <ac:spMk id="44" creationId="{E7CAE84D-F8AF-2F9F-48D3-AD6BC319A745}"/>
          </ac:spMkLst>
        </pc:spChg>
        <pc:spChg chg="add mod ord">
          <ac:chgData name="Rachel-Lyn Cavano" userId="88a8eb73-f21c-42f2-804b-0de67678d4a8" providerId="ADAL" clId="{87A5AB8E-FC04-5254-BD40-6052A764F2B6}" dt="2026-08-19T16:44:21.607" v="157" actId="6264"/>
          <ac:spMkLst>
            <pc:docMk/>
            <pc:sldMk cId="2743285380" sldId="280"/>
            <ac:spMk id="47" creationId="{09424C44-5CB6-FE01-5814-9B875FAA6F3A}"/>
          </ac:spMkLst>
        </pc:spChg>
        <pc:spChg chg="add mod ord">
          <ac:chgData name="Rachel-Lyn Cavano" userId="88a8eb73-f21c-42f2-804b-0de67678d4a8" providerId="ADAL" clId="{87A5AB8E-FC04-5254-BD40-6052A764F2B6}" dt="2026-08-19T16:44:21.607" v="157" actId="6264"/>
          <ac:spMkLst>
            <pc:docMk/>
            <pc:sldMk cId="2743285380" sldId="280"/>
            <ac:spMk id="49" creationId="{A8F41CC4-B018-04A2-551E-6E84E7EF7A23}"/>
          </ac:spMkLst>
        </pc:spChg>
        <pc:spChg chg="add mod ord">
          <ac:chgData name="Rachel-Lyn Cavano" userId="88a8eb73-f21c-42f2-804b-0de67678d4a8" providerId="ADAL" clId="{87A5AB8E-FC04-5254-BD40-6052A764F2B6}" dt="2026-08-19T16:44:21.607" v="157" actId="6264"/>
          <ac:spMkLst>
            <pc:docMk/>
            <pc:sldMk cId="2743285380" sldId="280"/>
            <ac:spMk id="50" creationId="{1D30F976-F4E5-D182-3CA4-A32CB912DDC2}"/>
          </ac:spMkLst>
        </pc:spChg>
        <pc:spChg chg="add mod ord">
          <ac:chgData name="Rachel-Lyn Cavano" userId="88a8eb73-f21c-42f2-804b-0de67678d4a8" providerId="ADAL" clId="{87A5AB8E-FC04-5254-BD40-6052A764F2B6}" dt="2026-08-19T16:44:21.607" v="157" actId="6264"/>
          <ac:spMkLst>
            <pc:docMk/>
            <pc:sldMk cId="2743285380" sldId="280"/>
            <ac:spMk id="52" creationId="{9EB99C9B-692F-5951-88D3-59602FF090EB}"/>
          </ac:spMkLst>
        </pc:spChg>
        <pc:spChg chg="del mod ord">
          <ac:chgData name="Rachel-Lyn Cavano" userId="88a8eb73-f21c-42f2-804b-0de67678d4a8" providerId="ADAL" clId="{87A5AB8E-FC04-5254-BD40-6052A764F2B6}" dt="2026-08-19T16:44:04.105" v="71" actId="700"/>
          <ac:spMkLst>
            <pc:docMk/>
            <pc:sldMk cId="2743285380" sldId="280"/>
            <ac:spMk id="97" creationId="{AFE3B9AE-3BA4-2D3F-D50D-33A8F66740D4}"/>
          </ac:spMkLst>
        </pc:spChg>
      </pc:sldChg>
      <pc:sldMasterChg chg="addSldLayout modSldLayout">
        <pc:chgData name="Rachel-Lyn Cavano" userId="88a8eb73-f21c-42f2-804b-0de67678d4a8" providerId="ADAL" clId="{87A5AB8E-FC04-5254-BD40-6052A764F2B6}" dt="2026-08-19T16:43:59.747" v="70" actId="14100"/>
        <pc:sldMasterMkLst>
          <pc:docMk/>
          <pc:sldMasterMk cId="496787729" sldId="2147483966"/>
        </pc:sldMasterMkLst>
        <pc:sldLayoutChg chg="addSp delSp modSp mod">
          <pc:chgData name="Rachel-Lyn Cavano" userId="88a8eb73-f21c-42f2-804b-0de67678d4a8" providerId="ADAL" clId="{87A5AB8E-FC04-5254-BD40-6052A764F2B6}" dt="2026-08-19T16:41:55.630" v="44" actId="164"/>
          <pc:sldLayoutMkLst>
            <pc:docMk/>
            <pc:sldMasterMk cId="496787729" sldId="2147483966"/>
            <pc:sldLayoutMk cId="3547640223" sldId="2147484019"/>
          </pc:sldLayoutMkLst>
          <pc:spChg chg="add del mod">
            <ac:chgData name="Rachel-Lyn Cavano" userId="88a8eb73-f21c-42f2-804b-0de67678d4a8" providerId="ADAL" clId="{87A5AB8E-FC04-5254-BD40-6052A764F2B6}" dt="2026-08-19T16:41:55.454" v="43" actId="767"/>
            <ac:spMkLst>
              <pc:docMk/>
              <pc:sldMasterMk cId="496787729" sldId="2147483966"/>
              <pc:sldLayoutMk cId="3547640223" sldId="2147484019"/>
              <ac:spMk id="4" creationId="{BE19121C-CDE9-0D30-5F41-7377D9B520D3}"/>
            </ac:spMkLst>
          </pc:spChg>
          <pc:spChg chg="mod">
            <ac:chgData name="Rachel-Lyn Cavano" userId="88a8eb73-f21c-42f2-804b-0de67678d4a8" providerId="ADAL" clId="{87A5AB8E-FC04-5254-BD40-6052A764F2B6}" dt="2026-08-19T16:41:49.093" v="35" actId="1076"/>
            <ac:spMkLst>
              <pc:docMk/>
              <pc:sldMasterMk cId="496787729" sldId="2147483966"/>
              <pc:sldLayoutMk cId="3547640223" sldId="2147484019"/>
              <ac:spMk id="5" creationId="{E8109D7C-37D4-1B2A-26D1-B0667A2435EF}"/>
            </ac:spMkLst>
          </pc:spChg>
          <pc:spChg chg="mod topLvl">
            <ac:chgData name="Rachel-Lyn Cavano" userId="88a8eb73-f21c-42f2-804b-0de67678d4a8" providerId="ADAL" clId="{87A5AB8E-FC04-5254-BD40-6052A764F2B6}" dt="2026-08-19T16:41:49.571" v="41" actId="164"/>
            <ac:spMkLst>
              <pc:docMk/>
              <pc:sldMasterMk cId="496787729" sldId="2147483966"/>
              <pc:sldLayoutMk cId="3547640223" sldId="2147484019"/>
              <ac:spMk id="7" creationId="{32CC16B9-C838-866E-5E61-84FD7655F848}"/>
            </ac:spMkLst>
          </pc:spChg>
          <pc:spChg chg="mod">
            <ac:chgData name="Rachel-Lyn Cavano" userId="88a8eb73-f21c-42f2-804b-0de67678d4a8" providerId="ADAL" clId="{87A5AB8E-FC04-5254-BD40-6052A764F2B6}" dt="2026-08-19T16:41:49.500" v="40" actId="14100"/>
            <ac:spMkLst>
              <pc:docMk/>
              <pc:sldMasterMk cId="496787729" sldId="2147483966"/>
              <pc:sldLayoutMk cId="3547640223" sldId="2147484019"/>
              <ac:spMk id="8" creationId="{9C185033-9E95-89DC-C082-BA0894CF4692}"/>
            </ac:spMkLst>
          </pc:spChg>
          <pc:spChg chg="mod">
            <ac:chgData name="Rachel-Lyn Cavano" userId="88a8eb73-f21c-42f2-804b-0de67678d4a8" providerId="ADAL" clId="{87A5AB8E-FC04-5254-BD40-6052A764F2B6}" dt="2026-08-19T16:41:49.093" v="35" actId="1076"/>
            <ac:spMkLst>
              <pc:docMk/>
              <pc:sldMasterMk cId="496787729" sldId="2147483966"/>
              <pc:sldLayoutMk cId="3547640223" sldId="2147484019"/>
              <ac:spMk id="10" creationId="{3D790E92-1DC9-BCFB-0262-A9133BB659BB}"/>
            </ac:spMkLst>
          </pc:spChg>
          <pc:spChg chg="mod">
            <ac:chgData name="Rachel-Lyn Cavano" userId="88a8eb73-f21c-42f2-804b-0de67678d4a8" providerId="ADAL" clId="{87A5AB8E-FC04-5254-BD40-6052A764F2B6}" dt="2026-08-19T16:41:49.093" v="35" actId="1076"/>
            <ac:spMkLst>
              <pc:docMk/>
              <pc:sldMasterMk cId="496787729" sldId="2147483966"/>
              <pc:sldLayoutMk cId="3547640223" sldId="2147484019"/>
              <ac:spMk id="11" creationId="{E6D8264B-D0B9-DB7F-9EF6-9BE144FAEB45}"/>
            </ac:spMkLst>
          </pc:spChg>
          <pc:spChg chg="mod">
            <ac:chgData name="Rachel-Lyn Cavano" userId="88a8eb73-f21c-42f2-804b-0de67678d4a8" providerId="ADAL" clId="{87A5AB8E-FC04-5254-BD40-6052A764F2B6}" dt="2026-08-19T16:41:49.093" v="35" actId="1076"/>
            <ac:spMkLst>
              <pc:docMk/>
              <pc:sldMasterMk cId="496787729" sldId="2147483966"/>
              <pc:sldLayoutMk cId="3547640223" sldId="2147484019"/>
              <ac:spMk id="12" creationId="{8C36B69A-4138-E71C-CF2D-FF170054AC18}"/>
            </ac:spMkLst>
          </pc:spChg>
          <pc:spChg chg="mod">
            <ac:chgData name="Rachel-Lyn Cavano" userId="88a8eb73-f21c-42f2-804b-0de67678d4a8" providerId="ADAL" clId="{87A5AB8E-FC04-5254-BD40-6052A764F2B6}" dt="2026-08-19T16:41:49.219" v="37" actId="571"/>
            <ac:spMkLst>
              <pc:docMk/>
              <pc:sldMasterMk cId="496787729" sldId="2147483966"/>
              <pc:sldLayoutMk cId="3547640223" sldId="2147484019"/>
              <ac:spMk id="16" creationId="{EDFE4C6C-A7B6-C09A-9BD8-3C29097FA149}"/>
            </ac:spMkLst>
          </pc:spChg>
          <pc:spChg chg="add mod">
            <ac:chgData name="Rachel-Lyn Cavano" userId="88a8eb73-f21c-42f2-804b-0de67678d4a8" providerId="ADAL" clId="{87A5AB8E-FC04-5254-BD40-6052A764F2B6}" dt="2026-08-19T16:41:49.219" v="37" actId="571"/>
            <ac:spMkLst>
              <pc:docMk/>
              <pc:sldMasterMk cId="496787729" sldId="2147483966"/>
              <pc:sldLayoutMk cId="3547640223" sldId="2147484019"/>
              <ac:spMk id="17" creationId="{5EBBD799-8646-2CE8-0602-6FCDF0BD8E8C}"/>
            </ac:spMkLst>
          </pc:spChg>
          <pc:grpChg chg="add del mod">
            <ac:chgData name="Rachel-Lyn Cavano" userId="88a8eb73-f21c-42f2-804b-0de67678d4a8" providerId="ADAL" clId="{87A5AB8E-FC04-5254-BD40-6052A764F2B6}" dt="2026-08-19T16:41:55.630" v="44" actId="164"/>
            <ac:grpSpMkLst>
              <pc:docMk/>
              <pc:sldMasterMk cId="496787729" sldId="2147483966"/>
              <pc:sldLayoutMk cId="3547640223" sldId="2147484019"/>
              <ac:grpSpMk id="9" creationId="{996562CE-2EDE-E1EF-D920-D685FA59CA3C}"/>
            </ac:grpSpMkLst>
          </pc:grpChg>
          <pc:grpChg chg="add mod">
            <ac:chgData name="Rachel-Lyn Cavano" userId="88a8eb73-f21c-42f2-804b-0de67678d4a8" providerId="ADAL" clId="{87A5AB8E-FC04-5254-BD40-6052A764F2B6}" dt="2026-08-19T16:41:49.219" v="37" actId="571"/>
            <ac:grpSpMkLst>
              <pc:docMk/>
              <pc:sldMasterMk cId="496787729" sldId="2147483966"/>
              <pc:sldLayoutMk cId="3547640223" sldId="2147484019"/>
              <ac:grpSpMk id="14" creationId="{335E094A-9D23-D0AF-7CEA-1AC6C7936641}"/>
            </ac:grpSpMkLst>
          </pc:grpChg>
          <pc:picChg chg="mod topLvl">
            <ac:chgData name="Rachel-Lyn Cavano" userId="88a8eb73-f21c-42f2-804b-0de67678d4a8" providerId="ADAL" clId="{87A5AB8E-FC04-5254-BD40-6052A764F2B6}" dt="2026-08-19T16:41:49.571" v="41" actId="164"/>
            <ac:picMkLst>
              <pc:docMk/>
              <pc:sldMasterMk cId="496787729" sldId="2147483966"/>
              <pc:sldLayoutMk cId="3547640223" sldId="2147484019"/>
              <ac:picMk id="3" creationId="{B0059BE9-CF4C-16BB-E060-84D08EA82CB8}"/>
            </ac:picMkLst>
          </pc:picChg>
          <pc:picChg chg="mod">
            <ac:chgData name="Rachel-Lyn Cavano" userId="88a8eb73-f21c-42f2-804b-0de67678d4a8" providerId="ADAL" clId="{87A5AB8E-FC04-5254-BD40-6052A764F2B6}" dt="2026-08-19T16:41:49.219" v="37" actId="571"/>
            <ac:picMkLst>
              <pc:docMk/>
              <pc:sldMasterMk cId="496787729" sldId="2147483966"/>
              <pc:sldLayoutMk cId="3547640223" sldId="2147484019"/>
              <ac:picMk id="15" creationId="{A7BBA14B-3D7E-5ED4-3969-FAD64CC1AB03}"/>
            </ac:picMkLst>
          </pc:picChg>
          <pc:cxnChg chg="mod">
            <ac:chgData name="Rachel-Lyn Cavano" userId="88a8eb73-f21c-42f2-804b-0de67678d4a8" providerId="ADAL" clId="{87A5AB8E-FC04-5254-BD40-6052A764F2B6}" dt="2026-08-19T16:41:49.093" v="35" actId="1076"/>
            <ac:cxnSpMkLst>
              <pc:docMk/>
              <pc:sldMasterMk cId="496787729" sldId="2147483966"/>
              <pc:sldLayoutMk cId="3547640223" sldId="2147484019"/>
              <ac:cxnSpMk id="13" creationId="{F1EA9A4D-4210-87DF-9B9F-31BB26423515}"/>
            </ac:cxnSpMkLst>
          </pc:cxnChg>
        </pc:sldLayoutChg>
        <pc:sldLayoutChg chg="addSp modSp add mod modTransition">
          <pc:chgData name="Rachel-Lyn Cavano" userId="88a8eb73-f21c-42f2-804b-0de67678d4a8" providerId="ADAL" clId="{87A5AB8E-FC04-5254-BD40-6052A764F2B6}" dt="2026-08-19T16:43:59.747" v="70" actId="14100"/>
          <pc:sldLayoutMkLst>
            <pc:docMk/>
            <pc:sldMasterMk cId="496787729" sldId="2147483966"/>
            <pc:sldLayoutMk cId="3009259496" sldId="2147484022"/>
          </pc:sldLayoutMkLst>
          <pc:spChg chg="mod">
            <ac:chgData name="Rachel-Lyn Cavano" userId="88a8eb73-f21c-42f2-804b-0de67678d4a8" providerId="ADAL" clId="{87A5AB8E-FC04-5254-BD40-6052A764F2B6}" dt="2026-08-19T16:43:51.650" v="69" actId="1076"/>
            <ac:spMkLst>
              <pc:docMk/>
              <pc:sldMasterMk cId="496787729" sldId="2147483966"/>
              <pc:sldLayoutMk cId="3009259496" sldId="2147484022"/>
              <ac:spMk id="5" creationId="{E8109D7C-37D4-1B2A-26D1-B0667A2435EF}"/>
            </ac:spMkLst>
          </pc:spChg>
          <pc:spChg chg="mod">
            <ac:chgData name="Rachel-Lyn Cavano" userId="88a8eb73-f21c-42f2-804b-0de67678d4a8" providerId="ADAL" clId="{87A5AB8E-FC04-5254-BD40-6052A764F2B6}" dt="2026-08-19T16:43:46.454" v="68" actId="1076"/>
            <ac:spMkLst>
              <pc:docMk/>
              <pc:sldMasterMk cId="496787729" sldId="2147483966"/>
              <pc:sldLayoutMk cId="3009259496" sldId="2147484022"/>
              <ac:spMk id="6" creationId="{25383D50-8938-2228-29DB-B3858B554110}"/>
            </ac:spMkLst>
          </pc:spChg>
          <pc:spChg chg="mod">
            <ac:chgData name="Rachel-Lyn Cavano" userId="88a8eb73-f21c-42f2-804b-0de67678d4a8" providerId="ADAL" clId="{87A5AB8E-FC04-5254-BD40-6052A764F2B6}" dt="2026-08-19T16:43:51.650" v="69" actId="1076"/>
            <ac:spMkLst>
              <pc:docMk/>
              <pc:sldMasterMk cId="496787729" sldId="2147483966"/>
              <pc:sldLayoutMk cId="3009259496" sldId="2147484022"/>
              <ac:spMk id="8" creationId="{9C185033-9E95-89DC-C082-BA0894CF4692}"/>
            </ac:spMkLst>
          </pc:spChg>
          <pc:spChg chg="add mod">
            <ac:chgData name="Rachel-Lyn Cavano" userId="88a8eb73-f21c-42f2-804b-0de67678d4a8" providerId="ADAL" clId="{87A5AB8E-FC04-5254-BD40-6052A764F2B6}" dt="2026-08-19T16:43:51.650" v="69" actId="1076"/>
            <ac:spMkLst>
              <pc:docMk/>
              <pc:sldMasterMk cId="496787729" sldId="2147483966"/>
              <pc:sldLayoutMk cId="3009259496" sldId="2147484022"/>
              <ac:spMk id="9" creationId="{71F93567-3319-F088-7B59-25FD399A6C7D}"/>
            </ac:spMkLst>
          </pc:spChg>
          <pc:spChg chg="mod">
            <ac:chgData name="Rachel-Lyn Cavano" userId="88a8eb73-f21c-42f2-804b-0de67678d4a8" providerId="ADAL" clId="{87A5AB8E-FC04-5254-BD40-6052A764F2B6}" dt="2026-08-19T16:43:51.650" v="69" actId="1076"/>
            <ac:spMkLst>
              <pc:docMk/>
              <pc:sldMasterMk cId="496787729" sldId="2147483966"/>
              <pc:sldLayoutMk cId="3009259496" sldId="2147484022"/>
              <ac:spMk id="10" creationId="{3D790E92-1DC9-BCFB-0262-A9133BB659BB}"/>
            </ac:spMkLst>
          </pc:spChg>
          <pc:spChg chg="mod">
            <ac:chgData name="Rachel-Lyn Cavano" userId="88a8eb73-f21c-42f2-804b-0de67678d4a8" providerId="ADAL" clId="{87A5AB8E-FC04-5254-BD40-6052A764F2B6}" dt="2026-08-19T16:43:51.650" v="69" actId="1076"/>
            <ac:spMkLst>
              <pc:docMk/>
              <pc:sldMasterMk cId="496787729" sldId="2147483966"/>
              <pc:sldLayoutMk cId="3009259496" sldId="2147484022"/>
              <ac:spMk id="11" creationId="{E6D8264B-D0B9-DB7F-9EF6-9BE144FAEB45}"/>
            </ac:spMkLst>
          </pc:spChg>
          <pc:spChg chg="mod">
            <ac:chgData name="Rachel-Lyn Cavano" userId="88a8eb73-f21c-42f2-804b-0de67678d4a8" providerId="ADAL" clId="{87A5AB8E-FC04-5254-BD40-6052A764F2B6}" dt="2026-08-19T16:43:59.747" v="70" actId="14100"/>
            <ac:spMkLst>
              <pc:docMk/>
              <pc:sldMasterMk cId="496787729" sldId="2147483966"/>
              <pc:sldLayoutMk cId="3009259496" sldId="2147484022"/>
              <ac:spMk id="12" creationId="{8C36B69A-4138-E71C-CF2D-FF170054AC18}"/>
            </ac:spMkLst>
          </pc:spChg>
          <pc:spChg chg="mod">
            <ac:chgData name="Rachel-Lyn Cavano" userId="88a8eb73-f21c-42f2-804b-0de67678d4a8" providerId="ADAL" clId="{87A5AB8E-FC04-5254-BD40-6052A764F2B6}" dt="2026-08-19T16:43:25.047" v="64" actId="571"/>
            <ac:spMkLst>
              <pc:docMk/>
              <pc:sldMasterMk cId="496787729" sldId="2147483966"/>
              <pc:sldLayoutMk cId="3009259496" sldId="2147484022"/>
              <ac:spMk id="16" creationId="{9500A69B-7322-CE9C-1DB2-28BB61B6B33F}"/>
            </ac:spMkLst>
          </pc:spChg>
          <pc:spChg chg="add mod">
            <ac:chgData name="Rachel-Lyn Cavano" userId="88a8eb73-f21c-42f2-804b-0de67678d4a8" providerId="ADAL" clId="{87A5AB8E-FC04-5254-BD40-6052A764F2B6}" dt="2026-08-19T16:43:51.650" v="69" actId="1076"/>
            <ac:spMkLst>
              <pc:docMk/>
              <pc:sldMasterMk cId="496787729" sldId="2147483966"/>
              <pc:sldLayoutMk cId="3009259496" sldId="2147484022"/>
              <ac:spMk id="17" creationId="{BF0F899A-80A5-E618-653D-57287B128F28}"/>
            </ac:spMkLst>
          </pc:spChg>
          <pc:spChg chg="add mod">
            <ac:chgData name="Rachel-Lyn Cavano" userId="88a8eb73-f21c-42f2-804b-0de67678d4a8" providerId="ADAL" clId="{87A5AB8E-FC04-5254-BD40-6052A764F2B6}" dt="2026-08-19T16:43:51.650" v="69" actId="1076"/>
            <ac:spMkLst>
              <pc:docMk/>
              <pc:sldMasterMk cId="496787729" sldId="2147483966"/>
              <pc:sldLayoutMk cId="3009259496" sldId="2147484022"/>
              <ac:spMk id="18" creationId="{322863EE-24AF-B5BE-6C29-CA44EA45D77A}"/>
            </ac:spMkLst>
          </pc:spChg>
          <pc:spChg chg="add mod">
            <ac:chgData name="Rachel-Lyn Cavano" userId="88a8eb73-f21c-42f2-804b-0de67678d4a8" providerId="ADAL" clId="{87A5AB8E-FC04-5254-BD40-6052A764F2B6}" dt="2026-08-19T16:43:51.650" v="69" actId="1076"/>
            <ac:spMkLst>
              <pc:docMk/>
              <pc:sldMasterMk cId="496787729" sldId="2147483966"/>
              <pc:sldLayoutMk cId="3009259496" sldId="2147484022"/>
              <ac:spMk id="19" creationId="{B2A8F998-C5BE-7ECE-2AC9-DDF0B17C34D2}"/>
            </ac:spMkLst>
          </pc:spChg>
          <pc:spChg chg="add mod">
            <ac:chgData name="Rachel-Lyn Cavano" userId="88a8eb73-f21c-42f2-804b-0de67678d4a8" providerId="ADAL" clId="{87A5AB8E-FC04-5254-BD40-6052A764F2B6}" dt="2026-08-19T16:43:51.650" v="69" actId="1076"/>
            <ac:spMkLst>
              <pc:docMk/>
              <pc:sldMasterMk cId="496787729" sldId="2147483966"/>
              <pc:sldLayoutMk cId="3009259496" sldId="2147484022"/>
              <ac:spMk id="20" creationId="{B12E1E53-743D-27FA-37FC-CA9C5EC759CC}"/>
            </ac:spMkLst>
          </pc:spChg>
          <pc:grpChg chg="add mod">
            <ac:chgData name="Rachel-Lyn Cavano" userId="88a8eb73-f21c-42f2-804b-0de67678d4a8" providerId="ADAL" clId="{87A5AB8E-FC04-5254-BD40-6052A764F2B6}" dt="2026-08-19T16:43:17.217" v="62" actId="1076"/>
            <ac:grpSpMkLst>
              <pc:docMk/>
              <pc:sldMasterMk cId="496787729" sldId="2147483966"/>
              <pc:sldLayoutMk cId="3009259496" sldId="2147484022"/>
              <ac:grpSpMk id="4" creationId="{534FC781-0C4C-D333-E689-27D6EFC5159A}"/>
            </ac:grpSpMkLst>
          </pc:grpChg>
          <pc:grpChg chg="add mod">
            <ac:chgData name="Rachel-Lyn Cavano" userId="88a8eb73-f21c-42f2-804b-0de67678d4a8" providerId="ADAL" clId="{87A5AB8E-FC04-5254-BD40-6052A764F2B6}" dt="2026-08-19T16:43:30.257" v="65" actId="1076"/>
            <ac:grpSpMkLst>
              <pc:docMk/>
              <pc:sldMasterMk cId="496787729" sldId="2147483966"/>
              <pc:sldLayoutMk cId="3009259496" sldId="2147484022"/>
              <ac:grpSpMk id="14" creationId="{FEF02A24-2052-71E8-BCC8-C2FC23A9BA7D}"/>
            </ac:grpSpMkLst>
          </pc:grpChg>
          <pc:picChg chg="mod">
            <ac:chgData name="Rachel-Lyn Cavano" userId="88a8eb73-f21c-42f2-804b-0de67678d4a8" providerId="ADAL" clId="{87A5AB8E-FC04-5254-BD40-6052A764F2B6}" dt="2026-08-19T16:43:25.047" v="64" actId="571"/>
            <ac:picMkLst>
              <pc:docMk/>
              <pc:sldMasterMk cId="496787729" sldId="2147483966"/>
              <pc:sldLayoutMk cId="3009259496" sldId="2147484022"/>
              <ac:picMk id="15" creationId="{409F7318-BCAF-3E4B-161D-5F0DA64EF49A}"/>
            </ac:picMkLst>
          </pc:picChg>
          <pc:cxnChg chg="mod">
            <ac:chgData name="Rachel-Lyn Cavano" userId="88a8eb73-f21c-42f2-804b-0de67678d4a8" providerId="ADAL" clId="{87A5AB8E-FC04-5254-BD40-6052A764F2B6}" dt="2026-08-19T16:43:21.076" v="63" actId="1076"/>
            <ac:cxnSpMkLst>
              <pc:docMk/>
              <pc:sldMasterMk cId="496787729" sldId="2147483966"/>
              <pc:sldLayoutMk cId="3009259496" sldId="2147484022"/>
              <ac:cxnSpMk id="13" creationId="{F1EA9A4D-4210-87DF-9B9F-31BB26423515}"/>
            </ac:cxnSpMkLst>
          </pc:cxnChg>
          <pc:cxnChg chg="add mod">
            <ac:chgData name="Rachel-Lyn Cavano" userId="88a8eb73-f21c-42f2-804b-0de67678d4a8" providerId="ADAL" clId="{87A5AB8E-FC04-5254-BD40-6052A764F2B6}" dt="2026-08-19T16:43:35.380" v="66" actId="14100"/>
            <ac:cxnSpMkLst>
              <pc:docMk/>
              <pc:sldMasterMk cId="496787729" sldId="2147483966"/>
              <pc:sldLayoutMk cId="3009259496" sldId="2147484022"/>
              <ac:cxnSpMk id="21" creationId="{2091C793-62CD-F6F0-83C3-17A12C7EFEBF}"/>
            </ac:cxnSpMkLst>
          </pc:cxn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6DBE71-9A2F-442F-BDB8-A9E0F0025770}" type="datetimeFigureOut">
              <a:rPr lang="en-US" smtClean="0"/>
              <a:t>8/19/26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DE6FE1-C17E-40D3-A051-7F0108C81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530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E6FE1-C17E-40D3-A051-7F0108C8124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2018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8C520-4D04-E369-1B9C-E8C8EB352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0C7BDB-D283-F0B4-7B9F-AA99EE20B25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1EE1D5-361D-ECFC-DDD2-C049A2EBAC5D}"/>
              </a:ext>
            </a:extLst>
          </p:cNvPr>
          <p:cNvSpPr txBox="1"/>
          <p:nvPr userDrawn="1"/>
        </p:nvSpPr>
        <p:spPr>
          <a:xfrm>
            <a:off x="1849120" y="2767281"/>
            <a:ext cx="84937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>
                <a:solidFill>
                  <a:schemeClr val="tx1"/>
                </a:solidFill>
              </a:rPr>
              <a:t>COVER SLIDES</a:t>
            </a:r>
          </a:p>
        </p:txBody>
      </p:sp>
    </p:spTree>
    <p:extLst>
      <p:ext uri="{BB962C8B-B14F-4D97-AF65-F5344CB8AC3E}">
        <p14:creationId xmlns:p14="http://schemas.microsoft.com/office/powerpoint/2010/main" val="2847501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Graphic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Content Placeholder 8" descr="A green background with a few circles&#10;&#10;AI-generated content may be incorrect.">
            <a:extLst>
              <a:ext uri="{FF2B5EF4-FFF2-40B4-BE49-F238E27FC236}">
                <a16:creationId xmlns:a16="http://schemas.microsoft.com/office/drawing/2014/main" id="{7CCB5A70-5C3B-3A42-C9B3-2CDEA9AD88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" t="550" r="690" b="224"/>
          <a:stretch>
            <a:fillRect/>
          </a:stretch>
        </p:blipFill>
        <p:spPr>
          <a:xfrm>
            <a:off x="0" y="1"/>
            <a:ext cx="12191999" cy="6858000"/>
          </a:xfrm>
          <a:prstGeom prst="rect">
            <a:avLst/>
          </a:prstGeom>
        </p:spPr>
      </p:pic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AD22887-750F-87D1-877D-80DBB36BAC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0248" y="2263557"/>
            <a:ext cx="11277600" cy="112833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buFontTx/>
              <a:buNone/>
              <a:defRPr sz="4000" b="1" i="0" kern="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6E9F42-1642-1C85-C74D-C27DF367983B}"/>
              </a:ext>
            </a:extLst>
          </p:cNvPr>
          <p:cNvSpPr txBox="1"/>
          <p:nvPr userDrawn="1"/>
        </p:nvSpPr>
        <p:spPr>
          <a:xfrm>
            <a:off x="460246" y="6453473"/>
            <a:ext cx="3883893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00" b="1" spc="60" baseline="0">
                <a:solidFill>
                  <a:schemeClr val="bg1"/>
                </a:solidFill>
                <a:effectLst/>
                <a:latin typeface="+mn-lt"/>
                <a:ea typeface="Aptos" panose="020B0004020202020204" pitchFamily="34" charset="0"/>
                <a:cs typeface="Aptos" panose="020B0004020202020204" pitchFamily="34" charset="0"/>
              </a:rPr>
              <a:t>CONFIDENTIAL AND PROPRIETARY – </a:t>
            </a:r>
            <a:br>
              <a:rPr lang="en-US" sz="800" b="1" spc="60" baseline="0">
                <a:solidFill>
                  <a:schemeClr val="bg1"/>
                </a:solidFill>
                <a:effectLst/>
                <a:latin typeface="+mn-lt"/>
                <a:ea typeface="Aptos" panose="020B0004020202020204" pitchFamily="34" charset="0"/>
                <a:cs typeface="Aptos" panose="020B0004020202020204" pitchFamily="34" charset="0"/>
              </a:rPr>
            </a:br>
            <a:r>
              <a:rPr lang="en-US" sz="800" b="1" spc="60" baseline="0">
                <a:solidFill>
                  <a:schemeClr val="bg1"/>
                </a:solidFill>
                <a:effectLst/>
                <a:latin typeface="+mn-lt"/>
                <a:ea typeface="Aptos" panose="020B0004020202020204" pitchFamily="34" charset="0"/>
                <a:cs typeface="Aptos" panose="020B0004020202020204" pitchFamily="34" charset="0"/>
              </a:rPr>
              <a:t>DO NOT DISTRIBUTE</a:t>
            </a:r>
            <a:endParaRPr lang="en-US" sz="800" b="1" spc="60" baseline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6A1A597-2629-4861-2C7E-ADAE129F28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906000" y="5949564"/>
            <a:ext cx="1828800" cy="449942"/>
          </a:xfrm>
          <a:prstGeom prst="rect">
            <a:avLst/>
          </a:prstGeom>
        </p:spPr>
      </p:pic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BA4E8B59-582C-0457-3C4B-1D41BB6F48B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1381125"/>
            <a:ext cx="11277600" cy="549275"/>
          </a:xfrm>
        </p:spPr>
        <p:txBody>
          <a:bodyPr anchor="b">
            <a:normAutofit/>
          </a:bodyPr>
          <a:lstStyle>
            <a:lvl1pPr>
              <a:buNone/>
              <a:defRPr sz="2400">
                <a:solidFill>
                  <a:schemeClr val="accent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79A1B7C9-F149-FECC-82CB-9EDC8D6AE8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0248" y="2938114"/>
            <a:ext cx="11277600" cy="112833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buFontTx/>
              <a:buNone/>
              <a:defRPr sz="3200" b="0" i="0" kern="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 </a:t>
            </a:r>
          </a:p>
        </p:txBody>
      </p:sp>
      <p:pic>
        <p:nvPicPr>
          <p:cNvPr id="2" name="Picture 1" descr="A pixelated letter b and a green and orange letter&#10;&#10;Description automatically generated with medium confidence">
            <a:extLst>
              <a:ext uri="{FF2B5EF4-FFF2-40B4-BE49-F238E27FC236}">
                <a16:creationId xmlns:a16="http://schemas.microsoft.com/office/drawing/2014/main" id="{B251E79C-8EB8-A724-DF3D-03BF08F94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96780" y="1295887"/>
            <a:ext cx="2026920" cy="634513"/>
          </a:xfrm>
          <a:prstGeom prst="rect">
            <a:avLst/>
          </a:prstGeom>
        </p:spPr>
      </p:pic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568E6E19-417D-D254-EB1C-AE9F244231E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40722" y="6124236"/>
            <a:ext cx="1097280" cy="291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4631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White with Graphic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5A34CB2-6EE6-03B0-B3A1-3F96BC612F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1C088A2-F042-71E1-1A07-9A23098F6A63}"/>
              </a:ext>
            </a:extLst>
          </p:cNvPr>
          <p:cNvSpPr/>
          <p:nvPr userDrawn="1"/>
        </p:nvSpPr>
        <p:spPr>
          <a:xfrm>
            <a:off x="0" y="397933"/>
            <a:ext cx="304800" cy="838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4E6B91CE-93D7-910E-1FC9-DA92455BE16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606373"/>
            <a:ext cx="11277600" cy="549275"/>
          </a:xfrm>
        </p:spPr>
        <p:txBody>
          <a:bodyPr anchor="b">
            <a:normAutofit/>
          </a:bodyPr>
          <a:lstStyle>
            <a:lvl1pPr>
              <a:buNone/>
              <a:defRPr sz="2400">
                <a:solidFill>
                  <a:schemeClr val="accent6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3252FF-0258-443C-49A1-FA13C803F58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906000" y="5949564"/>
            <a:ext cx="1828800" cy="4499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2F7EBDB-6D2C-0F73-B7C4-33EB7C66640E}"/>
              </a:ext>
            </a:extLst>
          </p:cNvPr>
          <p:cNvSpPr txBox="1"/>
          <p:nvPr userDrawn="1"/>
        </p:nvSpPr>
        <p:spPr>
          <a:xfrm>
            <a:off x="460246" y="6453473"/>
            <a:ext cx="3883893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00" b="1" spc="60" baseline="0">
                <a:solidFill>
                  <a:schemeClr val="bg1"/>
                </a:solidFill>
                <a:effectLst/>
                <a:latin typeface="+mn-lt"/>
                <a:ea typeface="Aptos" panose="020B0004020202020204" pitchFamily="34" charset="0"/>
                <a:cs typeface="Aptos" panose="020B0004020202020204" pitchFamily="34" charset="0"/>
              </a:rPr>
              <a:t>CONFIDENTIAL AND PROPRIETARY – </a:t>
            </a:r>
            <a:br>
              <a:rPr lang="en-US" sz="800" b="1" spc="60" baseline="0">
                <a:solidFill>
                  <a:schemeClr val="bg1"/>
                </a:solidFill>
                <a:effectLst/>
                <a:latin typeface="+mn-lt"/>
                <a:ea typeface="Aptos" panose="020B0004020202020204" pitchFamily="34" charset="0"/>
                <a:cs typeface="Aptos" panose="020B0004020202020204" pitchFamily="34" charset="0"/>
              </a:rPr>
            </a:br>
            <a:r>
              <a:rPr lang="en-US" sz="800" b="1" spc="60" baseline="0">
                <a:solidFill>
                  <a:schemeClr val="bg1"/>
                </a:solidFill>
                <a:effectLst/>
                <a:latin typeface="+mn-lt"/>
                <a:ea typeface="Aptos" panose="020B0004020202020204" pitchFamily="34" charset="0"/>
                <a:cs typeface="Aptos" panose="020B0004020202020204" pitchFamily="34" charset="0"/>
              </a:rPr>
              <a:t>DO NOT DISTRIBUTE</a:t>
            </a:r>
            <a:endParaRPr lang="en-US" sz="800" b="1" spc="60" baseline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35815C90-51AC-A48C-1EF4-F8511D88DE7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40722" y="6124236"/>
            <a:ext cx="1097280" cy="291746"/>
          </a:xfrm>
          <a:prstGeom prst="rect">
            <a:avLst/>
          </a:prstGeom>
        </p:spPr>
      </p:pic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FF8AEF64-33F9-E551-3783-90D9807D7BA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0248" y="1504068"/>
            <a:ext cx="11277600" cy="112833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buFontTx/>
              <a:buNone/>
              <a:defRPr sz="4000" b="1" i="0" kern="0" baseline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5022B42-3B4D-D975-4AD9-4861AAFA1C3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0248" y="2178625"/>
            <a:ext cx="11277600" cy="112833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buFontTx/>
              <a:buNone/>
              <a:defRPr sz="3200" b="0" i="0" kern="0" baseline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 </a:t>
            </a:r>
          </a:p>
        </p:txBody>
      </p:sp>
      <p:pic>
        <p:nvPicPr>
          <p:cNvPr id="16" name="Picture 15" descr="A pixelated letter b and a green and orange letter&#10;&#10;Description automatically generated with medium confidence">
            <a:extLst>
              <a:ext uri="{FF2B5EF4-FFF2-40B4-BE49-F238E27FC236}">
                <a16:creationId xmlns:a16="http://schemas.microsoft.com/office/drawing/2014/main" id="{6BD1C5A6-A147-412D-E17A-C750FB444AC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796780" y="458494"/>
            <a:ext cx="2026920" cy="63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3849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8C520-4D04-E369-1B9C-E8C8EB352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0C7BDB-D283-F0B4-7B9F-AA99EE20B25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1EE1D5-361D-ECFC-DDD2-C049A2EBAC5D}"/>
              </a:ext>
            </a:extLst>
          </p:cNvPr>
          <p:cNvSpPr txBox="1"/>
          <p:nvPr userDrawn="1"/>
        </p:nvSpPr>
        <p:spPr>
          <a:xfrm>
            <a:off x="1849120" y="2151728"/>
            <a:ext cx="849376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/>
              <a:t>TRANSITION SLIDES</a:t>
            </a:r>
          </a:p>
        </p:txBody>
      </p:sp>
    </p:spTree>
    <p:extLst>
      <p:ext uri="{BB962C8B-B14F-4D97-AF65-F5344CB8AC3E}">
        <p14:creationId xmlns:p14="http://schemas.microsoft.com/office/powerpoint/2010/main" val="3108895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: Dark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B1D032B-DCFA-52C5-CD06-83E983F1E445}"/>
              </a:ext>
            </a:extLst>
          </p:cNvPr>
          <p:cNvSpPr/>
          <p:nvPr userDrawn="1"/>
        </p:nvSpPr>
        <p:spPr>
          <a:xfrm>
            <a:off x="0" y="397933"/>
            <a:ext cx="304800" cy="838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95CB52-7602-B60F-1185-131DCED3A1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80224"/>
            <a:ext cx="12190645" cy="6177776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A5717E8A-AF5A-FC36-89F7-902204B6BAB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98" y="4191000"/>
            <a:ext cx="11277601" cy="1024518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FontTx/>
              <a:buNone/>
              <a:defRPr sz="2800" b="0" i="0" kern="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F556AEC-5906-3A59-319D-576A0E02A0A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198" y="2519594"/>
            <a:ext cx="11277601" cy="1659890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4000" b="1" kern="0" baseline="0">
                <a:solidFill>
                  <a:schemeClr val="accent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  <a:lvl2pPr marL="429768" indent="0">
              <a:buFontTx/>
              <a:buNone/>
              <a:defRPr/>
            </a:lvl2pPr>
            <a:lvl3pPr marL="822960" indent="0">
              <a:buFontTx/>
              <a:buNone/>
              <a:defRPr/>
            </a:lvl3pPr>
            <a:lvl4pPr marL="118872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46F8D14-B354-0DB5-C817-87FADAF1AB0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906000" y="5949564"/>
            <a:ext cx="1828800" cy="449942"/>
          </a:xfrm>
          <a:prstGeom prst="rect">
            <a:avLst/>
          </a:prstGeom>
        </p:spPr>
      </p:pic>
      <p:pic>
        <p:nvPicPr>
          <p:cNvPr id="3" name="Picture 2" descr="A pixelated letter b and a green and orange letter&#10;&#10;Description automatically generated with medium confidence">
            <a:extLst>
              <a:ext uri="{FF2B5EF4-FFF2-40B4-BE49-F238E27FC236}">
                <a16:creationId xmlns:a16="http://schemas.microsoft.com/office/drawing/2014/main" id="{AA19DBEA-6517-D11D-F440-C742860ED3E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96780" y="1295887"/>
            <a:ext cx="2026920" cy="63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754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: Wave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B1D032B-DCFA-52C5-CD06-83E983F1E445}"/>
              </a:ext>
            </a:extLst>
          </p:cNvPr>
          <p:cNvSpPr/>
          <p:nvPr userDrawn="1"/>
        </p:nvSpPr>
        <p:spPr>
          <a:xfrm>
            <a:off x="0" y="397933"/>
            <a:ext cx="304800" cy="838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een and black background&#10;&#10;AI-generated content may be incorrect.">
            <a:extLst>
              <a:ext uri="{FF2B5EF4-FFF2-40B4-BE49-F238E27FC236}">
                <a16:creationId xmlns:a16="http://schemas.microsoft.com/office/drawing/2014/main" id="{8BF4E2C3-42C5-4DA7-BB2D-45BCE53821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64491"/>
            <a:ext cx="12196646" cy="6193509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A5717E8A-AF5A-FC36-89F7-902204B6BAB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98" y="4191000"/>
            <a:ext cx="11277601" cy="1024518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FontTx/>
              <a:buNone/>
              <a:defRPr sz="2800" b="0" i="0" kern="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F556AEC-5906-3A59-319D-576A0E02A0A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198" y="2519594"/>
            <a:ext cx="11277601" cy="1659890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4000" b="1" kern="0" baseline="0">
                <a:solidFill>
                  <a:schemeClr val="accent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  <a:lvl2pPr marL="429768" indent="0">
              <a:buFontTx/>
              <a:buNone/>
              <a:defRPr/>
            </a:lvl2pPr>
            <a:lvl3pPr marL="822960" indent="0">
              <a:buFontTx/>
              <a:buNone/>
              <a:defRPr/>
            </a:lvl3pPr>
            <a:lvl4pPr marL="118872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46F8D14-B354-0DB5-C817-87FADAF1AB0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906000" y="5949564"/>
            <a:ext cx="1828800" cy="449942"/>
          </a:xfrm>
          <a:prstGeom prst="rect">
            <a:avLst/>
          </a:prstGeom>
        </p:spPr>
      </p:pic>
      <p:pic>
        <p:nvPicPr>
          <p:cNvPr id="3" name="Picture 2" descr="A pixelated letter b and a green and orange letter&#10;&#10;Description automatically generated with medium confidence">
            <a:extLst>
              <a:ext uri="{FF2B5EF4-FFF2-40B4-BE49-F238E27FC236}">
                <a16:creationId xmlns:a16="http://schemas.microsoft.com/office/drawing/2014/main" id="{CEFB957B-8BCC-50E1-EC66-59DB7B69DF4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96780" y="1295887"/>
            <a:ext cx="2026920" cy="63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2835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ransition Slide: Intradiem-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8" descr="A green background with a few circles&#10;&#10;AI-generated content may be incorrect.">
            <a:extLst>
              <a:ext uri="{FF2B5EF4-FFF2-40B4-BE49-F238E27FC236}">
                <a16:creationId xmlns:a16="http://schemas.microsoft.com/office/drawing/2014/main" id="{EA4E346D-2BEE-5DFB-FAFF-95F2C6D103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" t="550" r="690" b="224"/>
          <a:stretch>
            <a:fillRect/>
          </a:stretch>
        </p:blipFill>
        <p:spPr>
          <a:xfrm>
            <a:off x="0" y="1"/>
            <a:ext cx="12191999" cy="685800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A5717E8A-AF5A-FC36-89F7-902204B6BAB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98" y="3133725"/>
            <a:ext cx="8991602" cy="1024518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FontTx/>
              <a:buNone/>
              <a:defRPr sz="2800" b="0" i="0" kern="0" baseline="0">
                <a:solidFill>
                  <a:schemeClr val="accent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F556AEC-5906-3A59-319D-576A0E02A0A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198" y="1462319"/>
            <a:ext cx="8991602" cy="1659890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4000" b="1" kern="0" baseline="0">
                <a:solidFill>
                  <a:schemeClr val="bg1"/>
                </a:solidFill>
              </a:defRPr>
            </a:lvl1pPr>
            <a:lvl2pPr marL="429768" indent="0">
              <a:buFontTx/>
              <a:buNone/>
              <a:defRPr/>
            </a:lvl2pPr>
            <a:lvl3pPr marL="822960" indent="0">
              <a:buFontTx/>
              <a:buNone/>
              <a:defRPr/>
            </a:lvl3pPr>
            <a:lvl4pPr marL="118872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B1CAD90-D7DE-AA3F-5075-8B0DC887A7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906000" y="5949564"/>
            <a:ext cx="1828800" cy="449942"/>
          </a:xfrm>
          <a:prstGeom prst="rect">
            <a:avLst/>
          </a:prstGeom>
        </p:spPr>
      </p:pic>
      <p:pic>
        <p:nvPicPr>
          <p:cNvPr id="3" name="Picture 2" descr="A pixelated letter b and a green and orange letter&#10;&#10;Description automatically generated with medium confidence">
            <a:extLst>
              <a:ext uri="{FF2B5EF4-FFF2-40B4-BE49-F238E27FC236}">
                <a16:creationId xmlns:a16="http://schemas.microsoft.com/office/drawing/2014/main" id="{45832A69-B24B-4A2E-7F56-63AF5B45E98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96780" y="827806"/>
            <a:ext cx="2026920" cy="63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696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: White + Wave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12E35DB5-247B-DF87-2592-1BD33A781891}"/>
              </a:ext>
            </a:extLst>
          </p:cNvPr>
          <p:cNvSpPr/>
          <p:nvPr userDrawn="1"/>
        </p:nvSpPr>
        <p:spPr>
          <a:xfrm rot="16200000">
            <a:off x="7581900" y="-3390900"/>
            <a:ext cx="1219200" cy="800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95D535A-099B-9C2E-EEB7-9985467191CA}"/>
              </a:ext>
            </a:extLst>
          </p:cNvPr>
          <p:cNvSpPr/>
          <p:nvPr userDrawn="1"/>
        </p:nvSpPr>
        <p:spPr>
          <a:xfrm>
            <a:off x="0" y="16474"/>
            <a:ext cx="12192000" cy="68580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883C1A-F434-0C2D-714F-0CCB3D5DD2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906002" y="5949564"/>
            <a:ext cx="1828796" cy="449942"/>
          </a:xfrm>
          <a:prstGeom prst="rect">
            <a:avLst/>
          </a:prstGeom>
        </p:spPr>
      </p:pic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7CE0809B-B95B-111A-432D-9D1477EBD5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98" y="4362044"/>
            <a:ext cx="11277601" cy="1024518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FontTx/>
              <a:buNone/>
              <a:defRPr sz="2800" b="0" i="0" kern="0" baseline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BE34E20-E153-B9D5-FF8F-8722D64A2B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198" y="2690638"/>
            <a:ext cx="11277601" cy="1659890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4000" b="1" kern="0" baseline="0">
                <a:solidFill>
                  <a:schemeClr val="accent6"/>
                </a:solidFill>
              </a:defRPr>
            </a:lvl1pPr>
            <a:lvl2pPr marL="429768" indent="0">
              <a:buFontTx/>
              <a:buNone/>
              <a:defRPr/>
            </a:lvl2pPr>
            <a:lvl3pPr marL="822960" indent="0">
              <a:buFontTx/>
              <a:buNone/>
              <a:defRPr/>
            </a:lvl3pPr>
            <a:lvl4pPr marL="118872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25CC91-05F0-D707-0424-9FE327E01E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54433"/>
          <a:stretch>
            <a:fillRect/>
          </a:stretch>
        </p:blipFill>
        <p:spPr>
          <a:xfrm>
            <a:off x="0" y="0"/>
            <a:ext cx="12188952" cy="3124200"/>
          </a:xfrm>
          <a:prstGeom prst="rect">
            <a:avLst/>
          </a:prstGeom>
        </p:spPr>
      </p:pic>
      <p:pic>
        <p:nvPicPr>
          <p:cNvPr id="2" name="Picture 1" descr="A pixelated letter b and a green and orange letter&#10;&#10;Description automatically generated with medium confidence">
            <a:extLst>
              <a:ext uri="{FF2B5EF4-FFF2-40B4-BE49-F238E27FC236}">
                <a16:creationId xmlns:a16="http://schemas.microsoft.com/office/drawing/2014/main" id="{5B8147D2-7BC5-CE15-B6A6-A20AD31144E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57198" y="5764993"/>
            <a:ext cx="2026920" cy="63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5804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8C520-4D04-E369-1B9C-E8C8EB352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0C7BDB-D283-F0B4-7B9F-AA99EE20B25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1EE1D5-361D-ECFC-DDD2-C049A2EBAC5D}"/>
              </a:ext>
            </a:extLst>
          </p:cNvPr>
          <p:cNvSpPr txBox="1"/>
          <p:nvPr userDrawn="1"/>
        </p:nvSpPr>
        <p:spPr>
          <a:xfrm>
            <a:off x="1849120" y="2151728"/>
            <a:ext cx="849376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/>
              <a:t>CONTENT SLIDES</a:t>
            </a:r>
          </a:p>
        </p:txBody>
      </p:sp>
    </p:spTree>
    <p:extLst>
      <p:ext uri="{BB962C8B-B14F-4D97-AF65-F5344CB8AC3E}">
        <p14:creationId xmlns:p14="http://schemas.microsoft.com/office/powerpoint/2010/main" val="1763373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/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0E634-800F-ED1D-2A5C-2169FE4D7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294A70-45FD-ED1F-86C7-C9A4EE762B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3864" y="6613946"/>
            <a:ext cx="603109" cy="201936"/>
          </a:xfrm>
          <a:prstGeom prst="rect">
            <a:avLst/>
          </a:prstGeom>
        </p:spPr>
        <p:txBody>
          <a:bodyPr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fld id="{C0B593D6-B212-C744-B293-4C5C60D5655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C58074D8-3184-311E-B44A-61A4EE20F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11066"/>
            <a:ext cx="11277599" cy="456421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974907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2 lines /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0E634-800F-ED1D-2A5C-2169FE4D7C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64457"/>
            <a:ext cx="11277600" cy="957944"/>
          </a:xfrm>
        </p:spPr>
        <p:txBody>
          <a:bodyPr anchor="t" anchorCtr="0"/>
          <a:lstStyle/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294A70-45FD-ED1F-86C7-C9A4EE762B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3864" y="6613946"/>
            <a:ext cx="603109" cy="201936"/>
          </a:xfrm>
          <a:prstGeom prst="rect">
            <a:avLst/>
          </a:prstGeom>
        </p:spPr>
        <p:txBody>
          <a:bodyPr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fld id="{C0B593D6-B212-C744-B293-4C5C60D5655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C58074D8-3184-311E-B44A-61A4EE20F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79786"/>
            <a:ext cx="11277599" cy="419549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4212774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/ Subtitle /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0E634-800F-ED1D-2A5C-2169FE4D7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7044"/>
            <a:ext cx="11295993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E8109D7C-37D4-1B2A-26D1-B0667A2435E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0" y="1692166"/>
            <a:ext cx="11277600" cy="4175234"/>
          </a:xfrm>
          <a:prstGeom prst="rect">
            <a:avLst/>
          </a:prstGeom>
        </p:spPr>
        <p:txBody>
          <a:bodyPr lIns="0" tIns="0" rIns="0" bIns="0"/>
          <a:lstStyle>
            <a:lvl1pPr indent="-18288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1pPr>
            <a:lvl2pPr marL="320040" indent="-18288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2pPr>
            <a:lvl3pPr marL="45720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3pPr>
            <a:lvl4pPr marL="64008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4pPr>
            <a:lvl5pPr marL="777240" indent="-137160">
              <a:buClr>
                <a:schemeClr val="accent2"/>
              </a:buClr>
              <a:buFont typeface="System Font Regular"/>
              <a:buChar char="▫"/>
              <a:defRPr kern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7A24599E-86A2-681E-ACF2-9F129EBE86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1089432"/>
            <a:ext cx="11277600" cy="492037"/>
          </a:xfrm>
          <a:prstGeom prst="rect">
            <a:avLst/>
          </a:prstGeom>
        </p:spPr>
        <p:txBody>
          <a:bodyPr lIns="0" tIns="0" rIns="0" anchor="t"/>
          <a:lstStyle>
            <a:lvl1pPr marL="0" indent="0">
              <a:buFontTx/>
              <a:buNone/>
              <a:defRPr sz="1800" b="1" kern="0" baseline="0">
                <a:solidFill>
                  <a:schemeClr val="accent6"/>
                </a:solidFill>
              </a:defRPr>
            </a:lvl1pPr>
            <a:lvl2pPr marL="320040" indent="0">
              <a:buFontTx/>
              <a:buNone/>
              <a:defRPr/>
            </a:lvl2pPr>
            <a:lvl3pPr marL="594360" indent="0">
              <a:buFontTx/>
              <a:buNone/>
              <a:defRPr/>
            </a:lvl3pPr>
            <a:lvl4pPr marL="868680" indent="0">
              <a:buFontTx/>
              <a:buNone/>
              <a:defRPr/>
            </a:lvl4pPr>
            <a:lvl5pPr marL="109728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25383D50-8938-2228-29DB-B3858B5541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3864" y="6613946"/>
            <a:ext cx="603109" cy="201936"/>
          </a:xfrm>
          <a:prstGeom prst="rect">
            <a:avLst/>
          </a:prstGeom>
        </p:spPr>
        <p:txBody>
          <a:bodyPr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fld id="{C0B593D6-B212-C744-B293-4C5C60D5655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7117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2 lines Green / Subtitle /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294A70-45FD-ED1F-86C7-C9A4EE762B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3864" y="6613946"/>
            <a:ext cx="603109" cy="201936"/>
          </a:xfrm>
          <a:prstGeom prst="rect">
            <a:avLst/>
          </a:prstGeom>
        </p:spPr>
        <p:txBody>
          <a:bodyPr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fld id="{C0B593D6-B212-C744-B293-4C5C60D5655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C58074D8-3184-311E-B44A-61A4EE20F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2089795"/>
            <a:ext cx="11277599" cy="379428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6E43A7F-3F7F-BF10-862D-2F2AACE216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67044"/>
            <a:ext cx="11295993" cy="458023"/>
          </a:xfrm>
        </p:spPr>
        <p:txBody>
          <a:bodyPr>
            <a:noAutofit/>
          </a:bodyPr>
          <a:lstStyle>
            <a:lvl1pPr>
              <a:defRPr sz="3000" b="1"/>
            </a:lvl1pPr>
          </a:lstStyle>
          <a:p>
            <a:r>
              <a:rPr lang="en-US" dirty="0"/>
              <a:t>Click to edit Master title line one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DAF95C5-BC42-8DE1-258B-A42796AF81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1588966"/>
            <a:ext cx="11277600" cy="492037"/>
          </a:xfrm>
          <a:prstGeom prst="rect">
            <a:avLst/>
          </a:prstGeom>
        </p:spPr>
        <p:txBody>
          <a:bodyPr lIns="0" tIns="0" rIns="0" anchor="t"/>
          <a:lstStyle>
            <a:lvl1pPr marL="0" indent="0">
              <a:buFontTx/>
              <a:buNone/>
              <a:defRPr sz="1800" b="1" kern="0" baseline="0">
                <a:solidFill>
                  <a:schemeClr val="accent6"/>
                </a:solidFill>
              </a:defRPr>
            </a:lvl1pPr>
            <a:lvl2pPr marL="320040" indent="0">
              <a:buFontTx/>
              <a:buNone/>
              <a:defRPr/>
            </a:lvl2pPr>
            <a:lvl3pPr marL="594360" indent="0">
              <a:buFontTx/>
              <a:buNone/>
              <a:defRPr/>
            </a:lvl3pPr>
            <a:lvl4pPr marL="868680" indent="0">
              <a:buFontTx/>
              <a:buNone/>
              <a:defRPr/>
            </a:lvl4pPr>
            <a:lvl5pPr marL="109728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description text styles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2775529A-CF6E-32A9-1EA3-B8CA2E1F990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925068"/>
            <a:ext cx="11295993" cy="379624"/>
          </a:xfrm>
        </p:spPr>
        <p:txBody>
          <a:bodyPr>
            <a:noAutofit/>
          </a:bodyPr>
          <a:lstStyle>
            <a:lvl1pPr>
              <a:buNone/>
              <a:defRPr sz="3000" b="0">
                <a:solidFill>
                  <a:schemeClr val="accent6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title line two</a:t>
            </a:r>
          </a:p>
        </p:txBody>
      </p:sp>
    </p:spTree>
    <p:extLst>
      <p:ext uri="{BB962C8B-B14F-4D97-AF65-F5344CB8AC3E}">
        <p14:creationId xmlns:p14="http://schemas.microsoft.com/office/powerpoint/2010/main" val="27181890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/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5EE3764F-2480-2BF1-D4DA-5A0DE30EA19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0" y="1303182"/>
            <a:ext cx="5410200" cy="4564218"/>
          </a:xfrm>
          <a:prstGeom prst="rect">
            <a:avLst/>
          </a:prstGeom>
        </p:spPr>
        <p:txBody>
          <a:bodyPr lIns="0" tIns="0" rIns="0" bIns="0"/>
          <a:lstStyle>
            <a:lvl1pPr indent="-18288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1pPr>
            <a:lvl2pPr marL="320040" indent="-18288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2pPr>
            <a:lvl3pPr marL="45720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3pPr>
            <a:lvl4pPr marL="64008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4pPr>
            <a:lvl5pPr marL="777240" indent="-137160">
              <a:buClr>
                <a:schemeClr val="accent2"/>
              </a:buClr>
              <a:buFont typeface="System Font Regular"/>
              <a:buChar char="▫"/>
              <a:defRPr kern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B23A10C-43B6-8A62-97F1-3058C716864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24600" y="1303182"/>
            <a:ext cx="5410200" cy="4564218"/>
          </a:xfrm>
          <a:prstGeom prst="rect">
            <a:avLst/>
          </a:prstGeom>
        </p:spPr>
        <p:txBody>
          <a:bodyPr lIns="0" tIns="0" rIns="0" bIns="0"/>
          <a:lstStyle>
            <a:lvl1pPr indent="-18288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1pPr>
            <a:lvl2pPr marL="320040" indent="-18288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2pPr>
            <a:lvl3pPr marL="45720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3pPr>
            <a:lvl4pPr marL="64008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4pPr>
            <a:lvl5pPr marL="777240" indent="-137160">
              <a:buClr>
                <a:schemeClr val="accent2"/>
              </a:buClr>
              <a:buFont typeface="System Font Regular"/>
              <a:buChar char="▫"/>
              <a:defRPr kern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2DEA5D2-9272-EF60-BC7E-4AFF36BF4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7044"/>
            <a:ext cx="11295993" cy="685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76ADF57D-1A9E-C107-819F-16B869EADA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3864" y="6613946"/>
            <a:ext cx="603109" cy="201936"/>
          </a:xfrm>
          <a:prstGeom prst="rect">
            <a:avLst/>
          </a:prstGeom>
        </p:spPr>
        <p:txBody>
          <a:bodyPr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fld id="{C0B593D6-B212-C744-B293-4C5C60D5655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2356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/ Subtitle /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5EE3764F-2480-2BF1-D4DA-5A0DE30EA19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0" y="1819044"/>
            <a:ext cx="5410200" cy="4048356"/>
          </a:xfrm>
          <a:prstGeom prst="rect">
            <a:avLst/>
          </a:prstGeom>
        </p:spPr>
        <p:txBody>
          <a:bodyPr lIns="0" tIns="0" rIns="0" bIns="0"/>
          <a:lstStyle>
            <a:lvl1pPr indent="-18288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1pPr>
            <a:lvl2pPr marL="320040" indent="-18288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2pPr>
            <a:lvl3pPr marL="45720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3pPr>
            <a:lvl4pPr marL="64008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4pPr>
            <a:lvl5pPr marL="777240" indent="-137160">
              <a:buClr>
                <a:schemeClr val="accent2"/>
              </a:buClr>
              <a:buFont typeface="System Font Regular"/>
              <a:buChar char="▫"/>
              <a:defRPr kern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B23A10C-43B6-8A62-97F1-3058C716864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24602" y="1819044"/>
            <a:ext cx="5410198" cy="4048356"/>
          </a:xfrm>
          <a:prstGeom prst="rect">
            <a:avLst/>
          </a:prstGeom>
        </p:spPr>
        <p:txBody>
          <a:bodyPr lIns="0" tIns="0" rIns="0" bIns="0"/>
          <a:lstStyle>
            <a:lvl1pPr indent="-18288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1pPr>
            <a:lvl2pPr marL="320040" indent="-18288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2pPr>
            <a:lvl3pPr marL="45720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3pPr>
            <a:lvl4pPr marL="64008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4pPr>
            <a:lvl5pPr marL="777240" indent="-137160">
              <a:buClr>
                <a:schemeClr val="accent2"/>
              </a:buClr>
              <a:buFont typeface="System Font Regular"/>
              <a:buChar char="▫"/>
              <a:defRPr kern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56DB530-B700-C3C5-34CC-F7D7BC08E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7044"/>
            <a:ext cx="11295993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EBCAE39F-2947-640D-59DC-149DA68EC6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3864" y="6613946"/>
            <a:ext cx="603109" cy="201936"/>
          </a:xfrm>
          <a:prstGeom prst="rect">
            <a:avLst/>
          </a:prstGeom>
        </p:spPr>
        <p:txBody>
          <a:bodyPr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fld id="{C0B593D6-B212-C744-B293-4C5C60D5655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B9A7CE87-E637-03C8-C7E1-DE9C5A78131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089432"/>
            <a:ext cx="11277600" cy="492037"/>
          </a:xfrm>
          <a:prstGeom prst="rect">
            <a:avLst/>
          </a:prstGeom>
        </p:spPr>
        <p:txBody>
          <a:bodyPr lIns="0" tIns="0" rIns="0" anchor="t"/>
          <a:lstStyle>
            <a:lvl1pPr marL="0" indent="0">
              <a:buFontTx/>
              <a:buNone/>
              <a:defRPr sz="1800" b="1" kern="0" baseline="0">
                <a:solidFill>
                  <a:schemeClr val="accent6"/>
                </a:solidFill>
              </a:defRPr>
            </a:lvl1pPr>
            <a:lvl2pPr marL="320040" indent="0">
              <a:buFontTx/>
              <a:buNone/>
              <a:defRPr/>
            </a:lvl2pPr>
            <a:lvl3pPr marL="594360" indent="0">
              <a:buFontTx/>
              <a:buNone/>
              <a:defRPr/>
            </a:lvl3pPr>
            <a:lvl4pPr marL="868680" indent="0">
              <a:buFontTx/>
              <a:buNone/>
              <a:defRPr/>
            </a:lvl4pPr>
            <a:lvl5pPr marL="109728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703641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/ Subtitle / Comparison w 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5EE3764F-2480-2BF1-D4DA-5A0DE30EA19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0" y="1912882"/>
            <a:ext cx="5410200" cy="3954517"/>
          </a:xfrm>
          <a:prstGeom prst="rect">
            <a:avLst/>
          </a:prstGeom>
        </p:spPr>
        <p:txBody>
          <a:bodyPr lIns="0" tIns="0" rIns="0" bIns="0"/>
          <a:lstStyle>
            <a:lvl1pPr indent="-18288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1pPr>
            <a:lvl2pPr marL="320040" indent="-18288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2pPr>
            <a:lvl3pPr marL="45720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3pPr>
            <a:lvl4pPr marL="64008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4pPr>
            <a:lvl5pPr marL="777240" indent="-137160">
              <a:buClr>
                <a:schemeClr val="accent2"/>
              </a:buClr>
              <a:buFont typeface="System Font Regular"/>
              <a:buChar char="▫"/>
              <a:defRPr kern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B23A10C-43B6-8A62-97F1-3058C716864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24602" y="1912882"/>
            <a:ext cx="5410198" cy="3954517"/>
          </a:xfrm>
          <a:prstGeom prst="rect">
            <a:avLst/>
          </a:prstGeom>
        </p:spPr>
        <p:txBody>
          <a:bodyPr lIns="0" tIns="0" rIns="0" bIns="0"/>
          <a:lstStyle>
            <a:lvl1pPr indent="-18288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1pPr>
            <a:lvl2pPr marL="320040" indent="-18288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2pPr>
            <a:lvl3pPr marL="45720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3pPr>
            <a:lvl4pPr marL="64008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4pPr>
            <a:lvl5pPr marL="777240" indent="-137160">
              <a:buClr>
                <a:schemeClr val="accent2"/>
              </a:buClr>
              <a:buFont typeface="System Font Regular"/>
              <a:buChar char="▫"/>
              <a:defRPr kern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F58024F-7F14-6798-FBF2-91B7D7F0C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7044"/>
            <a:ext cx="11295993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9DC0F41-5054-9985-267C-0727D928CC5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24601" y="1413257"/>
            <a:ext cx="5410198" cy="428625"/>
          </a:xfrm>
          <a:prstGeom prst="rect">
            <a:avLst/>
          </a:prstGeom>
        </p:spPr>
        <p:txBody>
          <a:bodyPr lIns="0" tIns="0" rIns="0" anchor="b"/>
          <a:lstStyle>
            <a:lvl1pPr marL="0" indent="0">
              <a:buFontTx/>
              <a:buNone/>
              <a:defRPr sz="1800" b="0">
                <a:solidFill>
                  <a:schemeClr val="accent6"/>
                </a:solidFill>
              </a:defRPr>
            </a:lvl1pPr>
            <a:lvl2pPr marL="320040" indent="0">
              <a:buFontTx/>
              <a:buNone/>
              <a:defRPr/>
            </a:lvl2pPr>
            <a:lvl3pPr marL="594360" indent="0">
              <a:buFontTx/>
              <a:buNone/>
              <a:defRPr/>
            </a:lvl3pPr>
            <a:lvl4pPr marL="868680" indent="0">
              <a:buFontTx/>
              <a:buNone/>
              <a:defRPr/>
            </a:lvl4pPr>
            <a:lvl5pPr marL="109728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CAD504D-183C-A324-8684-1FDE96B55F6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1" y="1416432"/>
            <a:ext cx="5410198" cy="425450"/>
          </a:xfrm>
          <a:prstGeom prst="rect">
            <a:avLst/>
          </a:prstGeom>
        </p:spPr>
        <p:txBody>
          <a:bodyPr lIns="0" tIns="0" rIns="0" anchor="b"/>
          <a:lstStyle>
            <a:lvl1pPr marL="0" indent="0">
              <a:buFontTx/>
              <a:buNone/>
              <a:defRPr sz="1800" b="0" kern="0" baseline="0">
                <a:solidFill>
                  <a:schemeClr val="accent6"/>
                </a:solidFill>
              </a:defRPr>
            </a:lvl1pPr>
            <a:lvl2pPr marL="320040" indent="0">
              <a:buFontTx/>
              <a:buNone/>
              <a:defRPr/>
            </a:lvl2pPr>
            <a:lvl3pPr marL="594360" indent="0">
              <a:buFontTx/>
              <a:buNone/>
              <a:defRPr/>
            </a:lvl3pPr>
            <a:lvl4pPr marL="868680" indent="0">
              <a:buFontTx/>
              <a:buNone/>
              <a:defRPr/>
            </a:lvl4pPr>
            <a:lvl5pPr marL="109728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077C607D-123D-E5DE-5DF4-77F5FF2D30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3864" y="6613946"/>
            <a:ext cx="603109" cy="201936"/>
          </a:xfrm>
          <a:prstGeom prst="rect">
            <a:avLst/>
          </a:prstGeom>
        </p:spPr>
        <p:txBody>
          <a:bodyPr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fld id="{C0B593D6-B212-C744-B293-4C5C60D5655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2EEAED29-97A6-2921-7CDA-74BE8467E2D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1089432"/>
            <a:ext cx="11277600" cy="492037"/>
          </a:xfrm>
          <a:prstGeom prst="rect">
            <a:avLst/>
          </a:prstGeom>
        </p:spPr>
        <p:txBody>
          <a:bodyPr lIns="0" tIns="0" rIns="0" anchor="t"/>
          <a:lstStyle>
            <a:lvl1pPr marL="0" indent="0">
              <a:buFontTx/>
              <a:buNone/>
              <a:defRPr sz="1800" b="1" kern="0" baseline="0">
                <a:solidFill>
                  <a:schemeClr val="accent6"/>
                </a:solidFill>
              </a:defRPr>
            </a:lvl1pPr>
            <a:lvl2pPr marL="320040" indent="0">
              <a:buFontTx/>
              <a:buNone/>
              <a:defRPr/>
            </a:lvl2pPr>
            <a:lvl3pPr marL="594360" indent="0">
              <a:buFontTx/>
              <a:buNone/>
              <a:defRPr/>
            </a:lvl3pPr>
            <a:lvl4pPr marL="868680" indent="0">
              <a:buFontTx/>
              <a:buNone/>
              <a:defRPr/>
            </a:lvl4pPr>
            <a:lvl5pPr marL="109728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9450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2 lines / Body / Circl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een and black logo&#10;&#10;AI-generated content may be incorrect.">
            <a:extLst>
              <a:ext uri="{FF2B5EF4-FFF2-40B4-BE49-F238E27FC236}">
                <a16:creationId xmlns:a16="http://schemas.microsoft.com/office/drawing/2014/main" id="{11F760C7-37A8-AB29-F379-0E3B730331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8974" t="43938" r="38366" b="-1"/>
          <a:stretch>
            <a:fillRect/>
          </a:stretch>
        </p:blipFill>
        <p:spPr>
          <a:xfrm rot="5400000">
            <a:off x="5643621" y="309621"/>
            <a:ext cx="6865288" cy="6231469"/>
          </a:xfrm>
          <a:prstGeom prst="rect">
            <a:avLst/>
          </a:prstGeom>
          <a:effectLst>
            <a:outerShdw blurRad="205267" dist="89067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C41719E8-6968-5CC4-D03D-7FA5F7CBD3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3864" y="6613946"/>
            <a:ext cx="603109" cy="201936"/>
          </a:xfrm>
          <a:prstGeom prst="rect">
            <a:avLst/>
          </a:prstGeom>
        </p:spPr>
        <p:txBody>
          <a:bodyPr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fld id="{C0B593D6-B212-C744-B293-4C5C60D5655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6A86146-EF91-2A14-2797-0C8A88351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7866"/>
            <a:ext cx="6544734" cy="431741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B9FB773-0547-A8A4-F67C-F8D48264DA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64457"/>
            <a:ext cx="6070922" cy="957944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br>
              <a:rPr lang="en-US"/>
            </a:br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117559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2 lines / Body / Box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9B87B47-4B93-6BF8-4C32-592087880D73}"/>
              </a:ext>
            </a:extLst>
          </p:cNvPr>
          <p:cNvSpPr/>
          <p:nvPr userDrawn="1"/>
        </p:nvSpPr>
        <p:spPr>
          <a:xfrm>
            <a:off x="6096000" y="6026727"/>
            <a:ext cx="6126368" cy="8312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19044F39-1803-A7B1-830A-A96E9A8F8EF6}"/>
              </a:ext>
            </a:extLst>
          </p:cNvPr>
          <p:cNvSpPr/>
          <p:nvPr userDrawn="1"/>
        </p:nvSpPr>
        <p:spPr>
          <a:xfrm flipV="1">
            <a:off x="7214635" y="-10334"/>
            <a:ext cx="5007733" cy="6875617"/>
          </a:xfrm>
          <a:custGeom>
            <a:avLst/>
            <a:gdLst>
              <a:gd name="csX0" fmla="*/ 4027849 w 5459622"/>
              <a:gd name="csY0" fmla="*/ 0 h 6865287"/>
              <a:gd name="csX1" fmla="*/ 5459622 w 5459622"/>
              <a:gd name="csY1" fmla="*/ 0 h 6865287"/>
              <a:gd name="csX2" fmla="*/ 5459622 w 5459622"/>
              <a:gd name="csY2" fmla="*/ 6858000 h 6865287"/>
              <a:gd name="csX3" fmla="*/ 4711041 w 5459622"/>
              <a:gd name="csY3" fmla="*/ 6858000 h 6865287"/>
              <a:gd name="csX4" fmla="*/ 4710731 w 5459622"/>
              <a:gd name="csY4" fmla="*/ 6865287 h 6865287"/>
              <a:gd name="csX5" fmla="*/ 0 w 5459622"/>
              <a:gd name="csY5" fmla="*/ 6865287 h 6865287"/>
              <a:gd name="csX6" fmla="*/ 291691 w 5459622"/>
              <a:gd name="csY6" fmla="*/ 1 h 6865287"/>
              <a:gd name="csX7" fmla="*/ 4027849 w 5459622"/>
              <a:gd name="csY7" fmla="*/ 1 h 6865287"/>
              <a:gd name="csX0" fmla="*/ 4027849 w 5459622"/>
              <a:gd name="csY0" fmla="*/ 0 h 6865287"/>
              <a:gd name="csX1" fmla="*/ 5459622 w 5459622"/>
              <a:gd name="csY1" fmla="*/ 0 h 6865287"/>
              <a:gd name="csX2" fmla="*/ 5459622 w 5459622"/>
              <a:gd name="csY2" fmla="*/ 6858000 h 6865287"/>
              <a:gd name="csX3" fmla="*/ 4711041 w 5459622"/>
              <a:gd name="csY3" fmla="*/ 6858000 h 6865287"/>
              <a:gd name="csX4" fmla="*/ 4710731 w 5459622"/>
              <a:gd name="csY4" fmla="*/ 6865287 h 6865287"/>
              <a:gd name="csX5" fmla="*/ 0 w 5459622"/>
              <a:gd name="csY5" fmla="*/ 6865287 h 6865287"/>
              <a:gd name="csX6" fmla="*/ 855359 w 5459622"/>
              <a:gd name="csY6" fmla="*/ 8239 h 6865287"/>
              <a:gd name="csX7" fmla="*/ 4027849 w 5459622"/>
              <a:gd name="csY7" fmla="*/ 1 h 6865287"/>
              <a:gd name="csX8" fmla="*/ 4027849 w 5459622"/>
              <a:gd name="csY8" fmla="*/ 0 h 6865287"/>
              <a:gd name="csX0" fmla="*/ 4027849 w 5459622"/>
              <a:gd name="csY0" fmla="*/ 0 h 6865287"/>
              <a:gd name="csX1" fmla="*/ 5459622 w 5459622"/>
              <a:gd name="csY1" fmla="*/ 0 h 6865287"/>
              <a:gd name="csX2" fmla="*/ 5459622 w 5459622"/>
              <a:gd name="csY2" fmla="*/ 6858000 h 6865287"/>
              <a:gd name="csX3" fmla="*/ 4711041 w 5459622"/>
              <a:gd name="csY3" fmla="*/ 6858000 h 6865287"/>
              <a:gd name="csX4" fmla="*/ 4710731 w 5459622"/>
              <a:gd name="csY4" fmla="*/ 6865287 h 6865287"/>
              <a:gd name="csX5" fmla="*/ 0 w 5459622"/>
              <a:gd name="csY5" fmla="*/ 6865287 h 6865287"/>
              <a:gd name="csX6" fmla="*/ 1141813 w 5459622"/>
              <a:gd name="csY6" fmla="*/ 1 h 6865287"/>
              <a:gd name="csX7" fmla="*/ 4027849 w 5459622"/>
              <a:gd name="csY7" fmla="*/ 1 h 6865287"/>
              <a:gd name="csX8" fmla="*/ 4027849 w 5459622"/>
              <a:gd name="csY8" fmla="*/ 0 h 6865287"/>
              <a:gd name="csX0" fmla="*/ 4027849 w 5459622"/>
              <a:gd name="csY0" fmla="*/ 0 h 7371673"/>
              <a:gd name="csX1" fmla="*/ 5459622 w 5459622"/>
              <a:gd name="csY1" fmla="*/ 0 h 7371673"/>
              <a:gd name="csX2" fmla="*/ 5459622 w 5459622"/>
              <a:gd name="csY2" fmla="*/ 6858000 h 7371673"/>
              <a:gd name="csX3" fmla="*/ 4711041 w 5459622"/>
              <a:gd name="csY3" fmla="*/ 6858000 h 7371673"/>
              <a:gd name="csX4" fmla="*/ 0 w 5459622"/>
              <a:gd name="csY4" fmla="*/ 6865287 h 7371673"/>
              <a:gd name="csX5" fmla="*/ 1141813 w 5459622"/>
              <a:gd name="csY5" fmla="*/ 1 h 7371673"/>
              <a:gd name="csX6" fmla="*/ 4027849 w 5459622"/>
              <a:gd name="csY6" fmla="*/ 1 h 7371673"/>
              <a:gd name="csX7" fmla="*/ 4027849 w 5459622"/>
              <a:gd name="csY7" fmla="*/ 0 h 7371673"/>
              <a:gd name="csX0" fmla="*/ 4027849 w 5459622"/>
              <a:gd name="csY0" fmla="*/ 0 h 6865287"/>
              <a:gd name="csX1" fmla="*/ 5459622 w 5459622"/>
              <a:gd name="csY1" fmla="*/ 0 h 6865287"/>
              <a:gd name="csX2" fmla="*/ 5459622 w 5459622"/>
              <a:gd name="csY2" fmla="*/ 6858000 h 6865287"/>
              <a:gd name="csX3" fmla="*/ 0 w 5459622"/>
              <a:gd name="csY3" fmla="*/ 6865287 h 6865287"/>
              <a:gd name="csX4" fmla="*/ 1141813 w 5459622"/>
              <a:gd name="csY4" fmla="*/ 1 h 6865287"/>
              <a:gd name="csX5" fmla="*/ 4027849 w 5459622"/>
              <a:gd name="csY5" fmla="*/ 1 h 6865287"/>
              <a:gd name="csX6" fmla="*/ 4027849 w 5459622"/>
              <a:gd name="csY6" fmla="*/ 0 h 6865287"/>
              <a:gd name="csX0" fmla="*/ 4027849 w 5459622"/>
              <a:gd name="csY0" fmla="*/ 0 h 6871855"/>
              <a:gd name="csX1" fmla="*/ 5459622 w 5459622"/>
              <a:gd name="csY1" fmla="*/ 0 h 6871855"/>
              <a:gd name="csX2" fmla="*/ 5459622 w 5459622"/>
              <a:gd name="csY2" fmla="*/ 6871855 h 6871855"/>
              <a:gd name="csX3" fmla="*/ 0 w 5459622"/>
              <a:gd name="csY3" fmla="*/ 6865287 h 6871855"/>
              <a:gd name="csX4" fmla="*/ 1141813 w 5459622"/>
              <a:gd name="csY4" fmla="*/ 1 h 6871855"/>
              <a:gd name="csX5" fmla="*/ 4027849 w 5459622"/>
              <a:gd name="csY5" fmla="*/ 1 h 6871855"/>
              <a:gd name="csX6" fmla="*/ 4027849 w 5459622"/>
              <a:gd name="csY6" fmla="*/ 0 h 6871855"/>
              <a:gd name="csX0" fmla="*/ 4027849 w 5459622"/>
              <a:gd name="csY0" fmla="*/ 0 h 6871855"/>
              <a:gd name="csX1" fmla="*/ 5459622 w 5459622"/>
              <a:gd name="csY1" fmla="*/ 0 h 6871855"/>
              <a:gd name="csX2" fmla="*/ 5459622 w 5459622"/>
              <a:gd name="csY2" fmla="*/ 6871855 h 6871855"/>
              <a:gd name="csX3" fmla="*/ 0 w 5459622"/>
              <a:gd name="csY3" fmla="*/ 6865287 h 6871855"/>
              <a:gd name="csX4" fmla="*/ 1141813 w 5459622"/>
              <a:gd name="csY4" fmla="*/ 1 h 6871855"/>
              <a:gd name="csX5" fmla="*/ 4027849 w 5459622"/>
              <a:gd name="csY5" fmla="*/ 1 h 6871855"/>
              <a:gd name="csX6" fmla="*/ 4027849 w 5459622"/>
              <a:gd name="csY6" fmla="*/ 0 h 6871855"/>
              <a:gd name="csX0" fmla="*/ 4027849 w 5459622"/>
              <a:gd name="csY0" fmla="*/ 0 h 6871855"/>
              <a:gd name="csX1" fmla="*/ 5459622 w 5459622"/>
              <a:gd name="csY1" fmla="*/ 0 h 6871855"/>
              <a:gd name="csX2" fmla="*/ 5459622 w 5459622"/>
              <a:gd name="csY2" fmla="*/ 6871855 h 6871855"/>
              <a:gd name="csX3" fmla="*/ 0 w 5459622"/>
              <a:gd name="csY3" fmla="*/ 6865287 h 6871855"/>
              <a:gd name="csX4" fmla="*/ 1141813 w 5459622"/>
              <a:gd name="csY4" fmla="*/ 1 h 6871855"/>
              <a:gd name="csX5" fmla="*/ 4027849 w 5459622"/>
              <a:gd name="csY5" fmla="*/ 1 h 6871855"/>
              <a:gd name="csX6" fmla="*/ 4027849 w 5459622"/>
              <a:gd name="csY6" fmla="*/ 0 h 6871855"/>
              <a:gd name="csX0" fmla="*/ 3633284 w 5065057"/>
              <a:gd name="csY0" fmla="*/ 0 h 6875619"/>
              <a:gd name="csX1" fmla="*/ 5065057 w 5065057"/>
              <a:gd name="csY1" fmla="*/ 0 h 6875619"/>
              <a:gd name="csX2" fmla="*/ 5065057 w 5065057"/>
              <a:gd name="csY2" fmla="*/ 6871855 h 6875619"/>
              <a:gd name="csX3" fmla="*/ 0 w 5065057"/>
              <a:gd name="csY3" fmla="*/ 6875226 h 6875619"/>
              <a:gd name="csX4" fmla="*/ 747248 w 5065057"/>
              <a:gd name="csY4" fmla="*/ 1 h 6875619"/>
              <a:gd name="csX5" fmla="*/ 3633284 w 5065057"/>
              <a:gd name="csY5" fmla="*/ 1 h 6875619"/>
              <a:gd name="csX6" fmla="*/ 3633284 w 5065057"/>
              <a:gd name="csY6" fmla="*/ 0 h 68756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065057" h="6875619">
                <a:moveTo>
                  <a:pt x="3633284" y="0"/>
                </a:moveTo>
                <a:lnTo>
                  <a:pt x="5065057" y="0"/>
                </a:lnTo>
                <a:lnTo>
                  <a:pt x="5065057" y="6871855"/>
                </a:lnTo>
                <a:cubicBezTo>
                  <a:pt x="4996496" y="6869666"/>
                  <a:pt x="1819874" y="6877415"/>
                  <a:pt x="0" y="6875226"/>
                </a:cubicBezTo>
                <a:lnTo>
                  <a:pt x="747248" y="1"/>
                </a:lnTo>
                <a:lnTo>
                  <a:pt x="3633284" y="1"/>
                </a:lnTo>
                <a:lnTo>
                  <a:pt x="3633284" y="0"/>
                </a:lnTo>
                <a:close/>
              </a:path>
            </a:pathLst>
          </a:custGeom>
          <a:blipFill>
            <a:blip r:embed="rId2"/>
            <a:srcRect/>
            <a:stretch>
              <a:fillRect l="-15274" t="107" r="-88388" b="-1183"/>
            </a:stretch>
          </a:blip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EEC787C-104B-A694-3A3A-37710A815F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3864" y="6613946"/>
            <a:ext cx="603109" cy="201936"/>
          </a:xfrm>
          <a:prstGeom prst="rect">
            <a:avLst/>
          </a:prstGeom>
        </p:spPr>
        <p:txBody>
          <a:bodyPr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fld id="{C0B593D6-B212-C744-B293-4C5C60D5655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0384B117-BF93-26AD-4ADF-07C69DAE7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7866"/>
            <a:ext cx="6544734" cy="431741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818052-B658-F762-7EA1-273B42DF7C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64457"/>
            <a:ext cx="6544734" cy="957944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br>
              <a:rPr lang="en-US"/>
            </a:br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69422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2 lines/ Body / Box Cor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9B87B47-4B93-6BF8-4C32-592087880D73}"/>
              </a:ext>
            </a:extLst>
          </p:cNvPr>
          <p:cNvSpPr/>
          <p:nvPr userDrawn="1"/>
        </p:nvSpPr>
        <p:spPr>
          <a:xfrm>
            <a:off x="6096000" y="6026727"/>
            <a:ext cx="6126368" cy="8312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EEC787C-104B-A694-3A3A-37710A815F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3864" y="6613946"/>
            <a:ext cx="603109" cy="201936"/>
          </a:xfrm>
          <a:prstGeom prst="rect">
            <a:avLst/>
          </a:prstGeom>
        </p:spPr>
        <p:txBody>
          <a:bodyPr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fld id="{C0B593D6-B212-C744-B293-4C5C60D5655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C58074D8-3184-311E-B44A-61A4EE20F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7866"/>
            <a:ext cx="6544734" cy="431741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21EB9C-94A1-B237-3907-1684A48DC7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64457"/>
            <a:ext cx="6544734" cy="957944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br>
              <a:rPr lang="en-US"/>
            </a:br>
            <a:r>
              <a:rPr lang="en-US"/>
              <a:t>Click to edit Master title style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FCC46E36-DAEB-675F-9F0F-011C788A896D}"/>
              </a:ext>
            </a:extLst>
          </p:cNvPr>
          <p:cNvSpPr/>
          <p:nvPr userDrawn="1"/>
        </p:nvSpPr>
        <p:spPr>
          <a:xfrm rot="10800000" flipH="1">
            <a:off x="5955566" y="0"/>
            <a:ext cx="6236433" cy="6858000"/>
          </a:xfrm>
          <a:custGeom>
            <a:avLst/>
            <a:gdLst>
              <a:gd name="csX0" fmla="*/ 7943619 w 12222367"/>
              <a:gd name="csY0" fmla="*/ 6889303 h 6889303"/>
              <a:gd name="csX1" fmla="*/ 12222367 w 12222367"/>
              <a:gd name="csY1" fmla="*/ 6885538 h 6889303"/>
              <a:gd name="csX2" fmla="*/ 12222367 w 12222367"/>
              <a:gd name="csY2" fmla="*/ 13685 h 6889303"/>
              <a:gd name="csX3" fmla="*/ 12189529 w 12222367"/>
              <a:gd name="csY3" fmla="*/ 13685 h 6889303"/>
              <a:gd name="csX4" fmla="*/ 12189507 w 12222367"/>
              <a:gd name="csY4" fmla="*/ 0 h 6889303"/>
              <a:gd name="csX5" fmla="*/ 0 w 12222367"/>
              <a:gd name="csY5" fmla="*/ 10912 h 6889303"/>
              <a:gd name="csX6" fmla="*/ 7501242 w 12222367"/>
              <a:gd name="csY6" fmla="*/ 4221728 h 6889303"/>
              <a:gd name="csX7" fmla="*/ 7214634 w 12222367"/>
              <a:gd name="csY7" fmla="*/ 6888909 h 6889303"/>
              <a:gd name="csX8" fmla="*/ 7943619 w 12222367"/>
              <a:gd name="csY8" fmla="*/ 6889303 h 6889303"/>
              <a:gd name="csX0" fmla="*/ 7214634 w 12222367"/>
              <a:gd name="csY0" fmla="*/ 6888909 h 6888909"/>
              <a:gd name="csX1" fmla="*/ 12222367 w 12222367"/>
              <a:gd name="csY1" fmla="*/ 6885538 h 6888909"/>
              <a:gd name="csX2" fmla="*/ 12222367 w 12222367"/>
              <a:gd name="csY2" fmla="*/ 13685 h 6888909"/>
              <a:gd name="csX3" fmla="*/ 12189529 w 12222367"/>
              <a:gd name="csY3" fmla="*/ 13685 h 6888909"/>
              <a:gd name="csX4" fmla="*/ 12189507 w 12222367"/>
              <a:gd name="csY4" fmla="*/ 0 h 6888909"/>
              <a:gd name="csX5" fmla="*/ 0 w 12222367"/>
              <a:gd name="csY5" fmla="*/ 10912 h 6888909"/>
              <a:gd name="csX6" fmla="*/ 7501242 w 12222367"/>
              <a:gd name="csY6" fmla="*/ 4221728 h 6888909"/>
              <a:gd name="csX7" fmla="*/ 7214634 w 12222367"/>
              <a:gd name="csY7" fmla="*/ 6888909 h 6888909"/>
              <a:gd name="csX0" fmla="*/ 7501242 w 12222367"/>
              <a:gd name="csY0" fmla="*/ 4221728 h 6885538"/>
              <a:gd name="csX1" fmla="*/ 12222367 w 12222367"/>
              <a:gd name="csY1" fmla="*/ 6885538 h 6885538"/>
              <a:gd name="csX2" fmla="*/ 12222367 w 12222367"/>
              <a:gd name="csY2" fmla="*/ 13685 h 6885538"/>
              <a:gd name="csX3" fmla="*/ 12189529 w 12222367"/>
              <a:gd name="csY3" fmla="*/ 13685 h 6885538"/>
              <a:gd name="csX4" fmla="*/ 12189507 w 12222367"/>
              <a:gd name="csY4" fmla="*/ 0 h 6885538"/>
              <a:gd name="csX5" fmla="*/ 0 w 12222367"/>
              <a:gd name="csY5" fmla="*/ 10912 h 6885538"/>
              <a:gd name="csX6" fmla="*/ 7501242 w 12222367"/>
              <a:gd name="csY6" fmla="*/ 4221728 h 6885538"/>
              <a:gd name="csX0" fmla="*/ 0 w 12222367"/>
              <a:gd name="csY0" fmla="*/ 10912 h 6885538"/>
              <a:gd name="csX1" fmla="*/ 12222367 w 12222367"/>
              <a:gd name="csY1" fmla="*/ 6885538 h 6885538"/>
              <a:gd name="csX2" fmla="*/ 12222367 w 12222367"/>
              <a:gd name="csY2" fmla="*/ 13685 h 6885538"/>
              <a:gd name="csX3" fmla="*/ 12189529 w 12222367"/>
              <a:gd name="csY3" fmla="*/ 13685 h 6885538"/>
              <a:gd name="csX4" fmla="*/ 12189507 w 12222367"/>
              <a:gd name="csY4" fmla="*/ 0 h 6885538"/>
              <a:gd name="csX5" fmla="*/ 0 w 12222367"/>
              <a:gd name="csY5" fmla="*/ 10912 h 6885538"/>
              <a:gd name="csX0" fmla="*/ 0 w 12222367"/>
              <a:gd name="csY0" fmla="*/ 10912 h 6885538"/>
              <a:gd name="csX1" fmla="*/ 8365066 w 12222367"/>
              <a:gd name="csY1" fmla="*/ 4703036 h 6885538"/>
              <a:gd name="csX2" fmla="*/ 12222367 w 12222367"/>
              <a:gd name="csY2" fmla="*/ 6885538 h 6885538"/>
              <a:gd name="csX3" fmla="*/ 12222367 w 12222367"/>
              <a:gd name="csY3" fmla="*/ 13685 h 6885538"/>
              <a:gd name="csX4" fmla="*/ 12189529 w 12222367"/>
              <a:gd name="csY4" fmla="*/ 13685 h 6885538"/>
              <a:gd name="csX5" fmla="*/ 12189507 w 12222367"/>
              <a:gd name="csY5" fmla="*/ 0 h 6885538"/>
              <a:gd name="csX6" fmla="*/ 0 w 12222367"/>
              <a:gd name="csY6" fmla="*/ 10912 h 6885538"/>
              <a:gd name="csX0" fmla="*/ 0 w 12222367"/>
              <a:gd name="csY0" fmla="*/ 10912 h 6887436"/>
              <a:gd name="csX1" fmla="*/ 11023599 w 12222367"/>
              <a:gd name="csY1" fmla="*/ 6887436 h 6887436"/>
              <a:gd name="csX2" fmla="*/ 12222367 w 12222367"/>
              <a:gd name="csY2" fmla="*/ 6885538 h 6887436"/>
              <a:gd name="csX3" fmla="*/ 12222367 w 12222367"/>
              <a:gd name="csY3" fmla="*/ 13685 h 6887436"/>
              <a:gd name="csX4" fmla="*/ 12189529 w 12222367"/>
              <a:gd name="csY4" fmla="*/ 13685 h 6887436"/>
              <a:gd name="csX5" fmla="*/ 12189507 w 12222367"/>
              <a:gd name="csY5" fmla="*/ 0 h 6887436"/>
              <a:gd name="csX6" fmla="*/ 0 w 12222367"/>
              <a:gd name="csY6" fmla="*/ 10912 h 6887436"/>
              <a:gd name="csX0" fmla="*/ 0 w 9216700"/>
              <a:gd name="csY0" fmla="*/ 2446 h 6887436"/>
              <a:gd name="csX1" fmla="*/ 8017932 w 9216700"/>
              <a:gd name="csY1" fmla="*/ 6887436 h 6887436"/>
              <a:gd name="csX2" fmla="*/ 9216700 w 9216700"/>
              <a:gd name="csY2" fmla="*/ 6885538 h 6887436"/>
              <a:gd name="csX3" fmla="*/ 9216700 w 9216700"/>
              <a:gd name="csY3" fmla="*/ 13685 h 6887436"/>
              <a:gd name="csX4" fmla="*/ 9183862 w 9216700"/>
              <a:gd name="csY4" fmla="*/ 13685 h 6887436"/>
              <a:gd name="csX5" fmla="*/ 9183840 w 9216700"/>
              <a:gd name="csY5" fmla="*/ 0 h 6887436"/>
              <a:gd name="csX6" fmla="*/ 0 w 9216700"/>
              <a:gd name="csY6" fmla="*/ 2446 h 6887436"/>
              <a:gd name="csX0" fmla="*/ 0 w 9216700"/>
              <a:gd name="csY0" fmla="*/ 2446 h 6887436"/>
              <a:gd name="csX1" fmla="*/ 5003799 w 9216700"/>
              <a:gd name="csY1" fmla="*/ 6887436 h 6887436"/>
              <a:gd name="csX2" fmla="*/ 9216700 w 9216700"/>
              <a:gd name="csY2" fmla="*/ 6885538 h 6887436"/>
              <a:gd name="csX3" fmla="*/ 9216700 w 9216700"/>
              <a:gd name="csY3" fmla="*/ 13685 h 6887436"/>
              <a:gd name="csX4" fmla="*/ 9183862 w 9216700"/>
              <a:gd name="csY4" fmla="*/ 13685 h 6887436"/>
              <a:gd name="csX5" fmla="*/ 9183840 w 9216700"/>
              <a:gd name="csY5" fmla="*/ 0 h 6887436"/>
              <a:gd name="csX6" fmla="*/ 0 w 9216700"/>
              <a:gd name="csY6" fmla="*/ 2446 h 6887436"/>
              <a:gd name="csX0" fmla="*/ 0 w 6236433"/>
              <a:gd name="csY0" fmla="*/ 0 h 6893456"/>
              <a:gd name="csX1" fmla="*/ 2023532 w 6236433"/>
              <a:gd name="csY1" fmla="*/ 6893456 h 6893456"/>
              <a:gd name="csX2" fmla="*/ 6236433 w 6236433"/>
              <a:gd name="csY2" fmla="*/ 6891558 h 6893456"/>
              <a:gd name="csX3" fmla="*/ 6236433 w 6236433"/>
              <a:gd name="csY3" fmla="*/ 19705 h 6893456"/>
              <a:gd name="csX4" fmla="*/ 6203595 w 6236433"/>
              <a:gd name="csY4" fmla="*/ 19705 h 6893456"/>
              <a:gd name="csX5" fmla="*/ 6203573 w 6236433"/>
              <a:gd name="csY5" fmla="*/ 6020 h 6893456"/>
              <a:gd name="csX6" fmla="*/ 0 w 6236433"/>
              <a:gd name="csY6" fmla="*/ 0 h 6893456"/>
              <a:gd name="csX0" fmla="*/ 0 w 6236433"/>
              <a:gd name="csY0" fmla="*/ 0 h 6893456"/>
              <a:gd name="csX1" fmla="*/ 2023532 w 6236433"/>
              <a:gd name="csY1" fmla="*/ 6893456 h 6893456"/>
              <a:gd name="csX2" fmla="*/ 6236433 w 6236433"/>
              <a:gd name="csY2" fmla="*/ 6891558 h 6893456"/>
              <a:gd name="csX3" fmla="*/ 6236433 w 6236433"/>
              <a:gd name="csY3" fmla="*/ 19705 h 6893456"/>
              <a:gd name="csX4" fmla="*/ 6203573 w 6236433"/>
              <a:gd name="csY4" fmla="*/ 6020 h 6893456"/>
              <a:gd name="csX5" fmla="*/ 0 w 6236433"/>
              <a:gd name="csY5" fmla="*/ 0 h 6893456"/>
              <a:gd name="csX0" fmla="*/ 0 w 6236433"/>
              <a:gd name="csY0" fmla="*/ 0 h 6893456"/>
              <a:gd name="csX1" fmla="*/ 2023532 w 6236433"/>
              <a:gd name="csY1" fmla="*/ 6893456 h 6893456"/>
              <a:gd name="csX2" fmla="*/ 6236433 w 6236433"/>
              <a:gd name="csY2" fmla="*/ 6891558 h 6893456"/>
              <a:gd name="csX3" fmla="*/ 6236433 w 6236433"/>
              <a:gd name="csY3" fmla="*/ 19705 h 6893456"/>
              <a:gd name="csX4" fmla="*/ 6230476 w 6236433"/>
              <a:gd name="csY4" fmla="*/ 6020 h 6893456"/>
              <a:gd name="csX5" fmla="*/ 0 w 6236433"/>
              <a:gd name="csY5" fmla="*/ 0 h 6893456"/>
              <a:gd name="csX0" fmla="*/ 0 w 6236433"/>
              <a:gd name="csY0" fmla="*/ 0 h 6893456"/>
              <a:gd name="csX1" fmla="*/ 2023532 w 6236433"/>
              <a:gd name="csY1" fmla="*/ 6893456 h 6893456"/>
              <a:gd name="csX2" fmla="*/ 6236433 w 6236433"/>
              <a:gd name="csY2" fmla="*/ 6891558 h 6893456"/>
              <a:gd name="csX3" fmla="*/ 6236433 w 6236433"/>
              <a:gd name="csY3" fmla="*/ 19705 h 6893456"/>
              <a:gd name="csX4" fmla="*/ 0 w 6236433"/>
              <a:gd name="csY4" fmla="*/ 0 h 6893456"/>
              <a:gd name="csX0" fmla="*/ 0 w 6236433"/>
              <a:gd name="csY0" fmla="*/ 0 h 6893456"/>
              <a:gd name="csX1" fmla="*/ 2023532 w 6236433"/>
              <a:gd name="csY1" fmla="*/ 6893456 h 6893456"/>
              <a:gd name="csX2" fmla="*/ 6236433 w 6236433"/>
              <a:gd name="csY2" fmla="*/ 6891558 h 6893456"/>
              <a:gd name="csX3" fmla="*/ 6236433 w 6236433"/>
              <a:gd name="csY3" fmla="*/ 557 h 6893456"/>
              <a:gd name="csX4" fmla="*/ 0 w 6236433"/>
              <a:gd name="csY4" fmla="*/ 0 h 68934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36433" h="6893456">
                <a:moveTo>
                  <a:pt x="0" y="0"/>
                </a:moveTo>
                <a:lnTo>
                  <a:pt x="2023532" y="6893456"/>
                </a:lnTo>
                <a:lnTo>
                  <a:pt x="6236433" y="6891558"/>
                </a:lnTo>
                <a:lnTo>
                  <a:pt x="6236433" y="5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48" t="-40631" r="-173" b="-390"/>
            </a:stretch>
          </a:blipFill>
          <a:ln>
            <a:noFill/>
          </a:ln>
          <a:effectLst>
            <a:outerShdw blurRad="50800" dist="38100" dir="10800000" algn="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0195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25383D50-8938-2228-29DB-B3858B5541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3864" y="6613946"/>
            <a:ext cx="603109" cy="201936"/>
          </a:xfrm>
          <a:prstGeom prst="rect">
            <a:avLst/>
          </a:prstGeom>
        </p:spPr>
        <p:txBody>
          <a:bodyPr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fld id="{C0B593D6-B212-C744-B293-4C5C60D5655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338D0370-C6BD-7563-7E77-8F362C617DA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0" y="1214499"/>
            <a:ext cx="11277600" cy="137160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marL="0" indent="0">
              <a:buClr>
                <a:schemeClr val="accent2"/>
              </a:buClr>
              <a:buFontTx/>
              <a:buNone/>
              <a:defRPr sz="3600" b="1" kern="0" baseline="0">
                <a:solidFill>
                  <a:schemeClr val="accent6"/>
                </a:solidFill>
              </a:defRPr>
            </a:lvl1pPr>
            <a:lvl2pPr marL="137160" indent="0">
              <a:buClr>
                <a:schemeClr val="accent2"/>
              </a:buClr>
              <a:buFontTx/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320040" indent="0">
              <a:buClr>
                <a:schemeClr val="accent2"/>
              </a:buClr>
              <a:buFontTx/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502920" indent="0">
              <a:buClr>
                <a:schemeClr val="accent2"/>
              </a:buClr>
              <a:buFontTx/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640080" indent="0">
              <a:buClr>
                <a:schemeClr val="accent2"/>
              </a:buClr>
              <a:buFontTx/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100000"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448C27E-B70B-B2FE-EE88-D873C91DB8D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9900" y="2788920"/>
            <a:ext cx="11277600" cy="30784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chemeClr val="accent2"/>
              </a:buClr>
              <a:buFontTx/>
              <a:buNone/>
              <a:defRPr sz="2800" b="0" kern="0" baseline="0">
                <a:solidFill>
                  <a:schemeClr val="tx1"/>
                </a:solidFill>
              </a:defRPr>
            </a:lvl1pPr>
            <a:lvl2pPr marL="137160" indent="0">
              <a:buClr>
                <a:schemeClr val="accent2"/>
              </a:buClr>
              <a:buFontTx/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320040" indent="0">
              <a:buClr>
                <a:schemeClr val="accent2"/>
              </a:buClr>
              <a:buFontTx/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502920" indent="0">
              <a:buClr>
                <a:schemeClr val="accent2"/>
              </a:buClr>
              <a:buFontTx/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640080" indent="0">
              <a:buClr>
                <a:schemeClr val="accent2"/>
              </a:buClr>
              <a:buFontTx/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100000"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D1CB9A-D543-A3D3-7E76-0B349C6245B5}"/>
              </a:ext>
            </a:extLst>
          </p:cNvPr>
          <p:cNvSpPr/>
          <p:nvPr userDrawn="1"/>
        </p:nvSpPr>
        <p:spPr>
          <a:xfrm>
            <a:off x="0" y="397933"/>
            <a:ext cx="304800" cy="838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0311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cialty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8C520-4D04-E369-1B9C-E8C8EB352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0C7BDB-D283-F0B4-7B9F-AA99EE20B25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1EE1D5-361D-ECFC-DDD2-C049A2EBAC5D}"/>
              </a:ext>
            </a:extLst>
          </p:cNvPr>
          <p:cNvSpPr txBox="1"/>
          <p:nvPr userDrawn="1"/>
        </p:nvSpPr>
        <p:spPr>
          <a:xfrm>
            <a:off x="1849120" y="2151728"/>
            <a:ext cx="849376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/>
              <a:t>AI Champion</a:t>
            </a:r>
          </a:p>
          <a:p>
            <a:pPr algn="ctr"/>
            <a:r>
              <a:rPr lang="en-US" sz="8000" b="1" dirty="0"/>
              <a:t>Slides</a:t>
            </a:r>
          </a:p>
        </p:txBody>
      </p:sp>
    </p:spTree>
    <p:extLst>
      <p:ext uri="{BB962C8B-B14F-4D97-AF65-F5344CB8AC3E}">
        <p14:creationId xmlns:p14="http://schemas.microsoft.com/office/powerpoint/2010/main" val="35473102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 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0E634-800F-ED1D-2A5C-2169FE4D7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7044"/>
            <a:ext cx="11295993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E8109D7C-37D4-1B2A-26D1-B0667A2435EF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472506" y="1878779"/>
            <a:ext cx="6262294" cy="49203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indent="-182880">
              <a:buClr>
                <a:schemeClr val="accent2"/>
              </a:buClr>
              <a:buNone/>
              <a:defRPr sz="3200" b="1" kern="0" baseline="0">
                <a:solidFill>
                  <a:schemeClr val="tx1"/>
                </a:solidFill>
              </a:defRPr>
            </a:lvl1pPr>
            <a:lvl2pPr marL="320040" indent="-18288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2pPr>
            <a:lvl3pPr marL="45720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3pPr>
            <a:lvl4pPr marL="64008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4pPr>
            <a:lvl5pPr marL="777240" indent="-137160">
              <a:buClr>
                <a:schemeClr val="accent2"/>
              </a:buClr>
              <a:buFont typeface="System Font Regular"/>
              <a:buChar char="▫"/>
              <a:defRPr kern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Edit Name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25383D50-8938-2228-29DB-B3858B5541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3864" y="6613946"/>
            <a:ext cx="603109" cy="201936"/>
          </a:xfrm>
          <a:prstGeom prst="rect">
            <a:avLst/>
          </a:prstGeom>
        </p:spPr>
        <p:txBody>
          <a:bodyPr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fld id="{C0B593D6-B212-C744-B293-4C5C60D5655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96562CE-2EDE-E1EF-D920-D685FA59CA3C}"/>
              </a:ext>
            </a:extLst>
          </p:cNvPr>
          <p:cNvGrpSpPr/>
          <p:nvPr userDrawn="1"/>
        </p:nvGrpSpPr>
        <p:grpSpPr>
          <a:xfrm>
            <a:off x="286066" y="1529273"/>
            <a:ext cx="4533793" cy="4553679"/>
            <a:chOff x="286066" y="1529273"/>
            <a:chExt cx="4533793" cy="455367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0059BE9-CF4C-16BB-E060-84D08EA82CB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/>
            <a:stretch/>
          </p:blipFill>
          <p:spPr>
            <a:xfrm rot="2668137">
              <a:off x="286066" y="1529273"/>
              <a:ext cx="4533793" cy="4553679"/>
            </a:xfrm>
            <a:prstGeom prst="rect">
              <a:avLst/>
            </a:prstGeom>
          </p:spPr>
        </p:pic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2CC16B9-C838-866E-5E61-84FD7655F848}"/>
                </a:ext>
              </a:extLst>
            </p:cNvPr>
            <p:cNvSpPr/>
            <p:nvPr userDrawn="1"/>
          </p:nvSpPr>
          <p:spPr>
            <a:xfrm>
              <a:off x="832916" y="2083952"/>
              <a:ext cx="3258590" cy="325859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Online Image Placeholder 5">
            <a:extLst>
              <a:ext uri="{FF2B5EF4-FFF2-40B4-BE49-F238E27FC236}">
                <a16:creationId xmlns:a16="http://schemas.microsoft.com/office/drawing/2014/main" id="{9C185033-9E95-89DC-C082-BA0894CF4692}"/>
              </a:ext>
            </a:extLst>
          </p:cNvPr>
          <p:cNvSpPr>
            <a:spLocks noGrp="1"/>
          </p:cNvSpPr>
          <p:nvPr>
            <p:ph type="clipArt" sz="quarter" idx="15"/>
          </p:nvPr>
        </p:nvSpPr>
        <p:spPr>
          <a:xfrm>
            <a:off x="999171" y="2150627"/>
            <a:ext cx="3192087" cy="3192087"/>
          </a:xfrm>
          <a:prstGeom prst="ellipse">
            <a:avLst/>
          </a:prstGeom>
          <a:solidFill>
            <a:schemeClr val="accent2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3D790E92-1DC9-BCFB-0262-A9133BB659B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472506" y="2494047"/>
            <a:ext cx="6262294" cy="34190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indent="-182880">
              <a:buClr>
                <a:schemeClr val="accent2"/>
              </a:buClr>
              <a:buNone/>
              <a:defRPr sz="2000" b="1" kern="0" baseline="0">
                <a:solidFill>
                  <a:schemeClr val="accent6"/>
                </a:solidFill>
              </a:defRPr>
            </a:lvl1pPr>
            <a:lvl2pPr marL="320040" indent="-18288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2pPr>
            <a:lvl3pPr marL="45720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3pPr>
            <a:lvl4pPr marL="64008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4pPr>
            <a:lvl5pPr marL="777240" indent="-137160">
              <a:buClr>
                <a:schemeClr val="accent2"/>
              </a:buClr>
              <a:buFont typeface="System Font Regular"/>
              <a:buChar char="▫"/>
              <a:defRPr kern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Edit Title</a:t>
            </a:r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E6D8264B-D0B9-DB7F-9EF6-9BE144FAEB45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472506" y="2854976"/>
            <a:ext cx="6262294" cy="34190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indent="-182880">
              <a:buClr>
                <a:schemeClr val="accent2"/>
              </a:buClr>
              <a:buNone/>
              <a:defRPr sz="2000" b="0" kern="0" baseline="0">
                <a:solidFill>
                  <a:schemeClr val="accent6"/>
                </a:solidFill>
              </a:defRPr>
            </a:lvl1pPr>
            <a:lvl2pPr marL="320040" indent="-18288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2pPr>
            <a:lvl3pPr marL="45720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3pPr>
            <a:lvl4pPr marL="64008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4pPr>
            <a:lvl5pPr marL="777240" indent="-137160">
              <a:buClr>
                <a:schemeClr val="accent2"/>
              </a:buClr>
              <a:buFont typeface="System Font Regular"/>
              <a:buChar char="▫"/>
              <a:defRPr kern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Edit Department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8C36B69A-4138-E71C-CF2D-FF170054AC18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472506" y="3615613"/>
            <a:ext cx="6262294" cy="224400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Clr>
                <a:schemeClr val="accent2"/>
              </a:buClr>
              <a:buNone/>
              <a:defRPr sz="1800" b="0" kern="0" baseline="0">
                <a:solidFill>
                  <a:schemeClr val="tx1"/>
                </a:solidFill>
              </a:defRPr>
            </a:lvl1pPr>
            <a:lvl2pPr marL="320040" indent="-18288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2pPr>
            <a:lvl3pPr marL="45720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3pPr>
            <a:lvl4pPr marL="64008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4pPr>
            <a:lvl5pPr marL="777240" indent="-137160">
              <a:buClr>
                <a:schemeClr val="accent2"/>
              </a:buClr>
              <a:buFont typeface="System Font Regular"/>
              <a:buChar char="▫"/>
              <a:defRPr kern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Who you are / what you do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1EA9A4D-4210-87DF-9B9F-31BB26423515}"/>
              </a:ext>
            </a:extLst>
          </p:cNvPr>
          <p:cNvCxnSpPr>
            <a:cxnSpLocks/>
          </p:cNvCxnSpPr>
          <p:nvPr userDrawn="1"/>
        </p:nvCxnSpPr>
        <p:spPr>
          <a:xfrm>
            <a:off x="5472506" y="3333002"/>
            <a:ext cx="6262294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E19121C-CDE9-0D30-5F41-7377D9B520D3}"/>
              </a:ext>
            </a:extLst>
          </p:cNvPr>
          <p:cNvSpPr txBox="1"/>
          <p:nvPr userDrawn="1"/>
        </p:nvSpPr>
        <p:spPr>
          <a:xfrm>
            <a:off x="4315626" y="62726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76402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-Intro-2presen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0E634-800F-ED1D-2A5C-2169FE4D7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7044"/>
            <a:ext cx="11295993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E8109D7C-37D4-1B2A-26D1-B0667A2435EF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0666" y="1491173"/>
            <a:ext cx="6262294" cy="49203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indent="-182880">
              <a:buClr>
                <a:schemeClr val="accent2"/>
              </a:buClr>
              <a:buNone/>
              <a:defRPr sz="2800" b="1" kern="0" baseline="0">
                <a:solidFill>
                  <a:schemeClr val="tx1"/>
                </a:solidFill>
              </a:defRPr>
            </a:lvl1pPr>
            <a:lvl2pPr marL="320040" indent="-18288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2pPr>
            <a:lvl3pPr marL="45720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3pPr>
            <a:lvl4pPr marL="64008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4pPr>
            <a:lvl5pPr marL="777240" indent="-137160">
              <a:buClr>
                <a:schemeClr val="accent2"/>
              </a:buClr>
              <a:buFont typeface="System Font Regular"/>
              <a:buChar char="▫"/>
              <a:defRPr kern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Edit Name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25383D50-8938-2228-29DB-B3858B5541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3864" y="6613946"/>
            <a:ext cx="603109" cy="201936"/>
          </a:xfrm>
          <a:prstGeom prst="rect">
            <a:avLst/>
          </a:prstGeom>
        </p:spPr>
        <p:txBody>
          <a:bodyPr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fld id="{C0B593D6-B212-C744-B293-4C5C60D5655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4FC781-0C4C-D333-E689-27D6EFC5159A}"/>
              </a:ext>
            </a:extLst>
          </p:cNvPr>
          <p:cNvGrpSpPr/>
          <p:nvPr userDrawn="1"/>
        </p:nvGrpSpPr>
        <p:grpSpPr>
          <a:xfrm>
            <a:off x="457200" y="1315629"/>
            <a:ext cx="2833739" cy="2846168"/>
            <a:chOff x="286066" y="1529273"/>
            <a:chExt cx="4533793" cy="455367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0059BE9-CF4C-16BB-E060-84D08EA82CB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/>
            <a:stretch/>
          </p:blipFill>
          <p:spPr>
            <a:xfrm rot="2668137">
              <a:off x="286066" y="1529273"/>
              <a:ext cx="4533793" cy="4553679"/>
            </a:xfrm>
            <a:prstGeom prst="rect">
              <a:avLst/>
            </a:prstGeom>
          </p:spPr>
        </p:pic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2CC16B9-C838-866E-5E61-84FD7655F848}"/>
                </a:ext>
              </a:extLst>
            </p:cNvPr>
            <p:cNvSpPr/>
            <p:nvPr userDrawn="1"/>
          </p:nvSpPr>
          <p:spPr>
            <a:xfrm>
              <a:off x="832916" y="2083952"/>
              <a:ext cx="3258590" cy="325859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Online Image Placeholder 5">
            <a:extLst>
              <a:ext uri="{FF2B5EF4-FFF2-40B4-BE49-F238E27FC236}">
                <a16:creationId xmlns:a16="http://schemas.microsoft.com/office/drawing/2014/main" id="{9C185033-9E95-89DC-C082-BA0894CF4692}"/>
              </a:ext>
            </a:extLst>
          </p:cNvPr>
          <p:cNvSpPr>
            <a:spLocks noGrp="1"/>
          </p:cNvSpPr>
          <p:nvPr>
            <p:ph type="clipArt" sz="quarter" idx="15"/>
          </p:nvPr>
        </p:nvSpPr>
        <p:spPr>
          <a:xfrm>
            <a:off x="905385" y="1707410"/>
            <a:ext cx="1995138" cy="1995138"/>
          </a:xfrm>
          <a:prstGeom prst="ellipse">
            <a:avLst/>
          </a:prstGeom>
          <a:solidFill>
            <a:schemeClr val="accent2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3D790E92-1DC9-BCFB-0262-A9133BB659B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600666" y="1983210"/>
            <a:ext cx="6262294" cy="34190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indent="-182880">
              <a:buClr>
                <a:schemeClr val="accent2"/>
              </a:buClr>
              <a:buNone/>
              <a:defRPr sz="1800" b="1" kern="0" baseline="0">
                <a:solidFill>
                  <a:schemeClr val="accent6"/>
                </a:solidFill>
              </a:defRPr>
            </a:lvl1pPr>
            <a:lvl2pPr marL="320040" indent="-18288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2pPr>
            <a:lvl3pPr marL="45720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3pPr>
            <a:lvl4pPr marL="64008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4pPr>
            <a:lvl5pPr marL="777240" indent="-137160">
              <a:buClr>
                <a:schemeClr val="accent2"/>
              </a:buClr>
              <a:buFont typeface="System Font Regular"/>
              <a:buChar char="▫"/>
              <a:defRPr kern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Edit Title</a:t>
            </a:r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E6D8264B-D0B9-DB7F-9EF6-9BE144FAEB45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600666" y="2344139"/>
            <a:ext cx="6262294" cy="34190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indent="-182880">
              <a:buClr>
                <a:schemeClr val="accent2"/>
              </a:buClr>
              <a:buNone/>
              <a:defRPr sz="1800" b="0" kern="0" baseline="0">
                <a:solidFill>
                  <a:schemeClr val="accent6"/>
                </a:solidFill>
              </a:defRPr>
            </a:lvl1pPr>
            <a:lvl2pPr marL="320040" indent="-18288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2pPr>
            <a:lvl3pPr marL="45720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3pPr>
            <a:lvl4pPr marL="64008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4pPr>
            <a:lvl5pPr marL="777240" indent="-137160">
              <a:buClr>
                <a:schemeClr val="accent2"/>
              </a:buClr>
              <a:buFont typeface="System Font Regular"/>
              <a:buChar char="▫"/>
              <a:defRPr kern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Edit Department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8C36B69A-4138-E71C-CF2D-FF170054AC18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600666" y="2958284"/>
            <a:ext cx="6262294" cy="65947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Clr>
                <a:schemeClr val="accent2"/>
              </a:buClr>
              <a:buNone/>
              <a:defRPr sz="1400" b="0" kern="0" baseline="0">
                <a:solidFill>
                  <a:schemeClr val="tx1"/>
                </a:solidFill>
              </a:defRPr>
            </a:lvl1pPr>
            <a:lvl2pPr marL="320040" indent="-18288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2pPr>
            <a:lvl3pPr marL="45720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3pPr>
            <a:lvl4pPr marL="64008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4pPr>
            <a:lvl5pPr marL="777240" indent="-137160">
              <a:buClr>
                <a:schemeClr val="accent2"/>
              </a:buClr>
              <a:buFont typeface="System Font Regular"/>
              <a:buChar char="▫"/>
              <a:defRPr kern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Who you are / what you do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1EA9A4D-4210-87DF-9B9F-31BB26423515}"/>
              </a:ext>
            </a:extLst>
          </p:cNvPr>
          <p:cNvCxnSpPr>
            <a:cxnSpLocks/>
          </p:cNvCxnSpPr>
          <p:nvPr userDrawn="1"/>
        </p:nvCxnSpPr>
        <p:spPr>
          <a:xfrm>
            <a:off x="3600666" y="2822165"/>
            <a:ext cx="6262294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71F93567-3319-F088-7B59-25FD399A6C7D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5749933" y="3857052"/>
            <a:ext cx="5823487" cy="49203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indent="-182880">
              <a:buClr>
                <a:schemeClr val="accent2"/>
              </a:buClr>
              <a:buNone/>
              <a:defRPr sz="2800" b="1" kern="0" baseline="0">
                <a:solidFill>
                  <a:schemeClr val="tx1"/>
                </a:solidFill>
              </a:defRPr>
            </a:lvl1pPr>
            <a:lvl2pPr marL="320040" indent="-18288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2pPr>
            <a:lvl3pPr marL="45720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3pPr>
            <a:lvl4pPr marL="64008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4pPr>
            <a:lvl5pPr marL="777240" indent="-137160">
              <a:buClr>
                <a:schemeClr val="accent2"/>
              </a:buClr>
              <a:buFont typeface="System Font Regular"/>
              <a:buChar char="▫"/>
              <a:defRPr kern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Edit Name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EF02A24-2052-71E8-BCC8-C2FC23A9BA7D}"/>
              </a:ext>
            </a:extLst>
          </p:cNvPr>
          <p:cNvGrpSpPr/>
          <p:nvPr userDrawn="1"/>
        </p:nvGrpSpPr>
        <p:grpSpPr>
          <a:xfrm>
            <a:off x="2606467" y="3681508"/>
            <a:ext cx="2833739" cy="2846168"/>
            <a:chOff x="286066" y="1529273"/>
            <a:chExt cx="4533793" cy="4553679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09F7318-BCAF-3E4B-161D-5F0DA64EF49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/>
            <a:stretch/>
          </p:blipFill>
          <p:spPr>
            <a:xfrm rot="2668137">
              <a:off x="286066" y="1529273"/>
              <a:ext cx="4533793" cy="4553679"/>
            </a:xfrm>
            <a:prstGeom prst="rect">
              <a:avLst/>
            </a:prstGeom>
          </p:spPr>
        </p:pic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500A69B-7322-CE9C-1DB2-28BB61B6B33F}"/>
                </a:ext>
              </a:extLst>
            </p:cNvPr>
            <p:cNvSpPr/>
            <p:nvPr userDrawn="1"/>
          </p:nvSpPr>
          <p:spPr>
            <a:xfrm>
              <a:off x="832916" y="2083952"/>
              <a:ext cx="3258590" cy="325859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Online Image Placeholder 5">
            <a:extLst>
              <a:ext uri="{FF2B5EF4-FFF2-40B4-BE49-F238E27FC236}">
                <a16:creationId xmlns:a16="http://schemas.microsoft.com/office/drawing/2014/main" id="{BF0F899A-80A5-E618-653D-57287B128F28}"/>
              </a:ext>
            </a:extLst>
          </p:cNvPr>
          <p:cNvSpPr>
            <a:spLocks noGrp="1"/>
          </p:cNvSpPr>
          <p:nvPr>
            <p:ph type="clipArt" sz="quarter" idx="20"/>
          </p:nvPr>
        </p:nvSpPr>
        <p:spPr>
          <a:xfrm>
            <a:off x="3054652" y="4073289"/>
            <a:ext cx="1995138" cy="1995138"/>
          </a:xfrm>
          <a:prstGeom prst="ellipse">
            <a:avLst/>
          </a:prstGeom>
          <a:solidFill>
            <a:schemeClr val="accent2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322863EE-24AF-B5BE-6C29-CA44EA45D77A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5749933" y="4349089"/>
            <a:ext cx="5823487" cy="34190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indent="-182880">
              <a:buClr>
                <a:schemeClr val="accent2"/>
              </a:buClr>
              <a:buNone/>
              <a:defRPr sz="1800" b="1" kern="0" baseline="0">
                <a:solidFill>
                  <a:schemeClr val="accent6"/>
                </a:solidFill>
              </a:defRPr>
            </a:lvl1pPr>
            <a:lvl2pPr marL="320040" indent="-18288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2pPr>
            <a:lvl3pPr marL="45720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3pPr>
            <a:lvl4pPr marL="64008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4pPr>
            <a:lvl5pPr marL="777240" indent="-137160">
              <a:buClr>
                <a:schemeClr val="accent2"/>
              </a:buClr>
              <a:buFont typeface="System Font Regular"/>
              <a:buChar char="▫"/>
              <a:defRPr kern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Edit Title</a:t>
            </a:r>
          </a:p>
        </p:txBody>
      </p: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B2A8F998-C5BE-7ECE-2AC9-DDF0B17C34D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749933" y="4710018"/>
            <a:ext cx="5823487" cy="34190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indent="-182880">
              <a:buClr>
                <a:schemeClr val="accent2"/>
              </a:buClr>
              <a:buNone/>
              <a:defRPr sz="1800" b="0" kern="0" baseline="0">
                <a:solidFill>
                  <a:schemeClr val="accent6"/>
                </a:solidFill>
              </a:defRPr>
            </a:lvl1pPr>
            <a:lvl2pPr marL="320040" indent="-18288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2pPr>
            <a:lvl3pPr marL="45720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3pPr>
            <a:lvl4pPr marL="64008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4pPr>
            <a:lvl5pPr marL="777240" indent="-137160">
              <a:buClr>
                <a:schemeClr val="accent2"/>
              </a:buClr>
              <a:buFont typeface="System Font Regular"/>
              <a:buChar char="▫"/>
              <a:defRPr kern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Edit Department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B12E1E53-743D-27FA-37FC-CA9C5EC759CC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5749933" y="5324163"/>
            <a:ext cx="5823487" cy="72189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Clr>
                <a:schemeClr val="accent2"/>
              </a:buClr>
              <a:buNone/>
              <a:defRPr sz="1400" b="0" kern="0" baseline="0">
                <a:solidFill>
                  <a:schemeClr val="tx1"/>
                </a:solidFill>
              </a:defRPr>
            </a:lvl1pPr>
            <a:lvl2pPr marL="320040" indent="-18288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2pPr>
            <a:lvl3pPr marL="45720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3pPr>
            <a:lvl4pPr marL="64008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4pPr>
            <a:lvl5pPr marL="777240" indent="-137160">
              <a:buClr>
                <a:schemeClr val="accent2"/>
              </a:buClr>
              <a:buFont typeface="System Font Regular"/>
              <a:buChar char="▫"/>
              <a:defRPr kern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Who you are / what you do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091C793-62CD-F6F0-83C3-17A12C7EFEBF}"/>
              </a:ext>
            </a:extLst>
          </p:cNvPr>
          <p:cNvCxnSpPr>
            <a:cxnSpLocks/>
          </p:cNvCxnSpPr>
          <p:nvPr userDrawn="1"/>
        </p:nvCxnSpPr>
        <p:spPr>
          <a:xfrm>
            <a:off x="5749933" y="5188044"/>
            <a:ext cx="5823487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925949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B18104-15AF-FC05-F404-333088953C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593D6-B212-C744-B293-4C5C60D5655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Media Placeholder 4">
            <a:extLst>
              <a:ext uri="{FF2B5EF4-FFF2-40B4-BE49-F238E27FC236}">
                <a16:creationId xmlns:a16="http://schemas.microsoft.com/office/drawing/2014/main" id="{EF0A5EEB-A762-721D-7ED6-4D5703E37CAB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2427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pecialty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8C520-4D04-E369-1B9C-E8C8EB352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0C7BDB-D283-F0B4-7B9F-AA99EE20B25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1EE1D5-361D-ECFC-DDD2-C049A2EBAC5D}"/>
              </a:ext>
            </a:extLst>
          </p:cNvPr>
          <p:cNvSpPr txBox="1"/>
          <p:nvPr userDrawn="1"/>
        </p:nvSpPr>
        <p:spPr>
          <a:xfrm>
            <a:off x="1849120" y="2151728"/>
            <a:ext cx="849376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/>
              <a:t>SPECIALTY SLIDES</a:t>
            </a:r>
          </a:p>
        </p:txBody>
      </p:sp>
    </p:spTree>
    <p:extLst>
      <p:ext uri="{BB962C8B-B14F-4D97-AF65-F5344CB8AC3E}">
        <p14:creationId xmlns:p14="http://schemas.microsoft.com/office/powerpoint/2010/main" val="12352092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Copy /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5EE3764F-2480-2BF1-D4DA-5A0DE30EA19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199" y="1371910"/>
            <a:ext cx="4982705" cy="4103822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3860"/>
              </a:lnSpc>
              <a:buClr>
                <a:schemeClr val="accent2"/>
              </a:buClr>
              <a:buFontTx/>
              <a:buNone/>
              <a:defRPr sz="2800" kern="0" baseline="0">
                <a:solidFill>
                  <a:schemeClr val="tx1"/>
                </a:solidFill>
              </a:defRPr>
            </a:lvl1pPr>
            <a:lvl2pPr marL="137160" indent="0">
              <a:buClr>
                <a:schemeClr val="accent2"/>
              </a:buClr>
              <a:buFontTx/>
              <a:buNone/>
              <a:defRPr kern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320040" indent="0">
              <a:buClr>
                <a:schemeClr val="accent2"/>
              </a:buClr>
              <a:buFontTx/>
              <a:buNone/>
              <a:defRPr kern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502920" indent="0">
              <a:buClr>
                <a:schemeClr val="accent2"/>
              </a:buClr>
              <a:buFontTx/>
              <a:buNone/>
              <a:defRPr kern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640080" indent="0">
              <a:buClr>
                <a:schemeClr val="accent2"/>
              </a:buClr>
              <a:buFontTx/>
              <a:buNone/>
              <a:defRPr kern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54F7B67-BCB4-565B-1021-A4582A56A35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32463" y="1371600"/>
            <a:ext cx="6038850" cy="4103688"/>
          </a:xfrm>
          <a:prstGeom prst="roundRect">
            <a:avLst>
              <a:gd name="adj" fmla="val 8709"/>
            </a:avLst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5EE75E-8C95-7BD5-5B45-3727A3D698BA}"/>
              </a:ext>
            </a:extLst>
          </p:cNvPr>
          <p:cNvSpPr/>
          <p:nvPr userDrawn="1"/>
        </p:nvSpPr>
        <p:spPr>
          <a:xfrm>
            <a:off x="0" y="397933"/>
            <a:ext cx="304800" cy="838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A25853E4-7B17-AD9A-F9D3-38A25D21F0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3864" y="6613946"/>
            <a:ext cx="603109" cy="201936"/>
          </a:xfrm>
          <a:prstGeom prst="rect">
            <a:avLst/>
          </a:prstGeom>
        </p:spPr>
        <p:txBody>
          <a:bodyPr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fld id="{C0B593D6-B212-C744-B293-4C5C60D5655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1462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0E634-800F-ED1D-2A5C-2169FE4D7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 anchorCtr="0"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4" name="Picture Placeholder 18">
            <a:extLst>
              <a:ext uri="{FF2B5EF4-FFF2-40B4-BE49-F238E27FC236}">
                <a16:creationId xmlns:a16="http://schemas.microsoft.com/office/drawing/2014/main" id="{94E1AE09-0787-59D3-EDBC-E3C95D83A3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6151" t="51" r="14342" b="51"/>
          <a:stretch/>
        </p:blipFill>
        <p:spPr>
          <a:xfrm>
            <a:off x="162560" y="1999393"/>
            <a:ext cx="3992880" cy="3426047"/>
          </a:xfrm>
          <a:prstGeom prst="roundRect">
            <a:avLst>
              <a:gd name="adj" fmla="val 5695"/>
            </a:avLst>
          </a:prstGeom>
        </p:spPr>
      </p:pic>
      <p:pic>
        <p:nvPicPr>
          <p:cNvPr id="6" name="Content Placeholder 8" descr="A white circle with green lines and a black background&#10;&#10;Description automatically generated">
            <a:extLst>
              <a:ext uri="{FF2B5EF4-FFF2-40B4-BE49-F238E27FC236}">
                <a16:creationId xmlns:a16="http://schemas.microsoft.com/office/drawing/2014/main" id="{269C9398-C041-900B-2AE3-8126FE435EC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981" y="1625600"/>
            <a:ext cx="12048989" cy="3982720"/>
          </a:xfrm>
          <a:prstGeom prst="rect">
            <a:avLst/>
          </a:prstGeom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58C02ED-5FC8-1256-F57E-287B708FB04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61924" y="1912668"/>
            <a:ext cx="3992879" cy="3538728"/>
          </a:xfrm>
          <a:prstGeom prst="roundRect">
            <a:avLst>
              <a:gd name="adj" fmla="val 6584"/>
            </a:avLst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F3499471-32F1-EF69-FE5A-4FE23AD3155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035924" y="1798320"/>
            <a:ext cx="3992879" cy="3540394"/>
          </a:xfrm>
          <a:prstGeom prst="roundRect">
            <a:avLst>
              <a:gd name="adj" fmla="val 6584"/>
            </a:avLst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761DAD-4C51-A5CC-6668-CE745F31BA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78375" y="2295526"/>
            <a:ext cx="2638425" cy="2644774"/>
          </a:xfrm>
        </p:spPr>
        <p:txBody>
          <a:bodyPr lIns="91440" rIns="91440" anchor="ctr">
            <a:normAutofit/>
          </a:bodyPr>
          <a:lstStyle>
            <a:lvl1pPr marL="0" indent="0" algn="ctr">
              <a:buFontTx/>
              <a:buNone/>
              <a:defRPr sz="2400"/>
            </a:lvl1pPr>
            <a:lvl2pPr marL="137160" indent="0">
              <a:buFontTx/>
              <a:buNone/>
              <a:defRPr/>
            </a:lvl2pPr>
            <a:lvl3pPr marL="320040" indent="0">
              <a:buFontTx/>
              <a:buNone/>
              <a:defRPr/>
            </a:lvl3pPr>
            <a:lvl4pPr marL="502920" indent="0">
              <a:buFontTx/>
              <a:buNone/>
              <a:defRPr/>
            </a:lvl4pPr>
            <a:lvl5pPr marL="64008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C790400C-0429-AB07-7E91-E84C3E7F7F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3864" y="6613946"/>
            <a:ext cx="603109" cy="201936"/>
          </a:xfrm>
          <a:prstGeom prst="rect">
            <a:avLst/>
          </a:prstGeom>
        </p:spPr>
        <p:txBody>
          <a:bodyPr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fld id="{C0B593D6-B212-C744-B293-4C5C60D5655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3851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0E634-800F-ED1D-2A5C-2169FE4D7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C790400C-0429-AB07-7E91-E84C3E7F7F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3864" y="6613946"/>
            <a:ext cx="603109" cy="201936"/>
          </a:xfrm>
          <a:prstGeom prst="rect">
            <a:avLst/>
          </a:prstGeom>
        </p:spPr>
        <p:txBody>
          <a:bodyPr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fld id="{C0B593D6-B212-C744-B293-4C5C60D5655B}" type="slidenum">
              <a:rPr lang="en-US" smtClean="0"/>
              <a:pPr/>
              <a:t>‹#›</a:t>
            </a:fld>
            <a:endParaRPr lang="en-US"/>
          </a:p>
        </p:txBody>
      </p:sp>
      <p:graphicFrame>
        <p:nvGraphicFramePr>
          <p:cNvPr id="3" name="Table 8">
            <a:extLst>
              <a:ext uri="{FF2B5EF4-FFF2-40B4-BE49-F238E27FC236}">
                <a16:creationId xmlns:a16="http://schemas.microsoft.com/office/drawing/2014/main" id="{20FDBA82-C616-4A6C-35ED-2DBE81C080A0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686749048"/>
              </p:ext>
            </p:extLst>
          </p:nvPr>
        </p:nvGraphicFramePr>
        <p:xfrm>
          <a:off x="0" y="1879402"/>
          <a:ext cx="12192000" cy="3728958"/>
        </p:xfrm>
        <a:graphic>
          <a:graphicData uri="http://schemas.openxmlformats.org/drawingml/2006/table">
            <a:tbl>
              <a:tblPr firstRow="1" bandRow="1"/>
              <a:tblGrid>
                <a:gridCol w="4064000">
                  <a:extLst>
                    <a:ext uri="{9D8B030D-6E8A-4147-A177-3AD203B41FA5}">
                      <a16:colId xmlns:a16="http://schemas.microsoft.com/office/drawing/2014/main" val="43097335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6117777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418875380"/>
                    </a:ext>
                  </a:extLst>
                </a:gridCol>
              </a:tblGrid>
              <a:tr h="68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rtl="0" fontAlgn="base"/>
                      <a:endParaRPr lang="en-US" sz="1800" b="1" i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57200" marT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CB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rtl="0" fontAlgn="base"/>
                      <a:endParaRPr lang="en-US" sz="1800" b="1" i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57200" marT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CB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rtl="0" fontAlgn="base"/>
                      <a:endParaRPr lang="en-US" sz="1800" b="1" i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57200" marT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CB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1548303"/>
                  </a:ext>
                </a:extLst>
              </a:tr>
              <a:tr h="304811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fontAlgn="t"/>
                      <a:endParaRPr lang="en-US" sz="1400" dirty="0">
                        <a:solidFill>
                          <a:schemeClr val="accent5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57200" marR="1828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000000"/>
                      </a:solidFill>
                    </a:lnR>
                    <a:lnT w="28575" cap="flat" cmpd="sng" algn="ctr">
                      <a:solidFill>
                        <a:srgbClr val="2CB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fontAlgn="t"/>
                      <a:endParaRPr lang="en-US" sz="1400" b="0" i="0" dirty="0">
                        <a:solidFill>
                          <a:schemeClr val="accent5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57200" marR="18288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28575" cap="flat" cmpd="sng" algn="ctr">
                      <a:solidFill>
                        <a:srgbClr val="2CB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fontAlgn="t"/>
                      <a:endParaRPr lang="en-US" sz="1400" b="0" i="0" dirty="0">
                        <a:solidFill>
                          <a:schemeClr val="accent5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57200" marR="182880" marT="0" marB="0">
                    <a:lnL w="12700" cmpd="sng">
                      <a:solidFill>
                        <a:srgbClr val="000000"/>
                      </a:solidFill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CB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35018"/>
                  </a:ext>
                </a:extLst>
              </a:tr>
            </a:tbl>
          </a:graphicData>
        </a:graphic>
      </p:graphicFrame>
      <p:sp>
        <p:nvSpPr>
          <p:cNvPr id="7" name="Text Placeholder 47">
            <a:extLst>
              <a:ext uri="{FF2B5EF4-FFF2-40B4-BE49-F238E27FC236}">
                <a16:creationId xmlns:a16="http://schemas.microsoft.com/office/drawing/2014/main" id="{3136EDC4-2A90-9315-D796-5EBDD49D47F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2056004"/>
            <a:ext cx="3219189" cy="466879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137160" indent="0">
              <a:buFontTx/>
              <a:buNone/>
              <a:defRPr sz="2000">
                <a:solidFill>
                  <a:schemeClr val="accent5"/>
                </a:solidFill>
              </a:defRPr>
            </a:lvl2pPr>
            <a:lvl3pPr marL="320040" indent="0">
              <a:buFontTx/>
              <a:buNone/>
              <a:defRPr sz="2000">
                <a:solidFill>
                  <a:schemeClr val="accent5"/>
                </a:solidFill>
              </a:defRPr>
            </a:lvl3pPr>
            <a:lvl4pPr marL="502920" indent="0">
              <a:buFontTx/>
              <a:buNone/>
              <a:defRPr sz="2000">
                <a:solidFill>
                  <a:schemeClr val="accent5"/>
                </a:solidFill>
              </a:defRPr>
            </a:lvl4pPr>
            <a:lvl5pPr marL="640080" indent="0">
              <a:buFontTx/>
              <a:buNone/>
              <a:defRPr sz="20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7">
            <a:extLst>
              <a:ext uri="{FF2B5EF4-FFF2-40B4-BE49-F238E27FC236}">
                <a16:creationId xmlns:a16="http://schemas.microsoft.com/office/drawing/2014/main" id="{B7C728E3-0185-DCFF-74D7-FB8C9D8170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6406" y="2056004"/>
            <a:ext cx="3219189" cy="466879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137160" indent="0">
              <a:buFontTx/>
              <a:buNone/>
              <a:defRPr sz="2000">
                <a:solidFill>
                  <a:schemeClr val="accent5"/>
                </a:solidFill>
              </a:defRPr>
            </a:lvl2pPr>
            <a:lvl3pPr marL="320040" indent="0">
              <a:buFontTx/>
              <a:buNone/>
              <a:defRPr sz="2000">
                <a:solidFill>
                  <a:schemeClr val="accent5"/>
                </a:solidFill>
              </a:defRPr>
            </a:lvl3pPr>
            <a:lvl4pPr marL="502920" indent="0">
              <a:buFontTx/>
              <a:buNone/>
              <a:defRPr sz="2000">
                <a:solidFill>
                  <a:schemeClr val="accent5"/>
                </a:solidFill>
              </a:defRPr>
            </a:lvl4pPr>
            <a:lvl5pPr marL="640080" indent="0">
              <a:buFontTx/>
              <a:buNone/>
              <a:defRPr sz="20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7">
            <a:extLst>
              <a:ext uri="{FF2B5EF4-FFF2-40B4-BE49-F238E27FC236}">
                <a16:creationId xmlns:a16="http://schemas.microsoft.com/office/drawing/2014/main" id="{FC768354-084D-9262-FA13-C299D5E155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63628" y="2056004"/>
            <a:ext cx="3219189" cy="466879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137160" indent="0">
              <a:buFontTx/>
              <a:buNone/>
              <a:defRPr sz="2000">
                <a:solidFill>
                  <a:schemeClr val="accent5"/>
                </a:solidFill>
              </a:defRPr>
            </a:lvl2pPr>
            <a:lvl3pPr marL="320040" indent="0">
              <a:buFontTx/>
              <a:buNone/>
              <a:defRPr sz="2000">
                <a:solidFill>
                  <a:schemeClr val="accent5"/>
                </a:solidFill>
              </a:defRPr>
            </a:lvl3pPr>
            <a:lvl4pPr marL="502920" indent="0">
              <a:buFontTx/>
              <a:buNone/>
              <a:defRPr sz="2000">
                <a:solidFill>
                  <a:schemeClr val="accent5"/>
                </a:solidFill>
              </a:defRPr>
            </a:lvl4pPr>
            <a:lvl5pPr marL="640080" indent="0">
              <a:buFontTx/>
              <a:buNone/>
              <a:defRPr sz="20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7">
            <a:extLst>
              <a:ext uri="{FF2B5EF4-FFF2-40B4-BE49-F238E27FC236}">
                <a16:creationId xmlns:a16="http://schemas.microsoft.com/office/drawing/2014/main" id="{5B336909-F140-3C9A-7845-C663D6947D2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1" y="2699485"/>
            <a:ext cx="3219189" cy="1393805"/>
          </a:xfrm>
        </p:spPr>
        <p:txBody>
          <a:bodyPr>
            <a:noAutofit/>
          </a:bodyPr>
          <a:lstStyle>
            <a:lvl1pPr marL="285750" indent="-285750">
              <a:buSzPct val="80000"/>
              <a:buFont typeface="System Font Regular"/>
              <a:buChar char="►"/>
              <a:defRPr sz="1800" b="0">
                <a:solidFill>
                  <a:schemeClr val="tx1"/>
                </a:solidFill>
              </a:defRPr>
            </a:lvl1pPr>
            <a:lvl2pPr marL="137160" indent="0">
              <a:buFontTx/>
              <a:buNone/>
              <a:defRPr sz="2000">
                <a:solidFill>
                  <a:schemeClr val="accent5"/>
                </a:solidFill>
              </a:defRPr>
            </a:lvl2pPr>
            <a:lvl3pPr marL="320040" indent="0">
              <a:buFontTx/>
              <a:buNone/>
              <a:defRPr sz="2000">
                <a:solidFill>
                  <a:schemeClr val="accent5"/>
                </a:solidFill>
              </a:defRPr>
            </a:lvl3pPr>
            <a:lvl4pPr marL="502920" indent="0">
              <a:buFontTx/>
              <a:buNone/>
              <a:defRPr sz="2000">
                <a:solidFill>
                  <a:schemeClr val="accent5"/>
                </a:solidFill>
              </a:defRPr>
            </a:lvl4pPr>
            <a:lvl5pPr marL="640080" indent="0">
              <a:buFontTx/>
              <a:buNone/>
              <a:defRPr sz="20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7">
            <a:extLst>
              <a:ext uri="{FF2B5EF4-FFF2-40B4-BE49-F238E27FC236}">
                <a16:creationId xmlns:a16="http://schemas.microsoft.com/office/drawing/2014/main" id="{47751948-A102-CCBC-A434-AED11B974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86406" y="2699485"/>
            <a:ext cx="3219189" cy="1393805"/>
          </a:xfrm>
        </p:spPr>
        <p:txBody>
          <a:bodyPr>
            <a:noAutofit/>
          </a:bodyPr>
          <a:lstStyle>
            <a:lvl1pPr marL="285750" indent="-285750">
              <a:buSzPct val="80000"/>
              <a:buFont typeface="System Font Regular"/>
              <a:buChar char="►"/>
              <a:defRPr sz="1800" b="0">
                <a:solidFill>
                  <a:schemeClr val="tx1"/>
                </a:solidFill>
              </a:defRPr>
            </a:lvl1pPr>
            <a:lvl2pPr marL="137160" indent="0">
              <a:buFontTx/>
              <a:buNone/>
              <a:defRPr sz="2000">
                <a:solidFill>
                  <a:schemeClr val="accent5"/>
                </a:solidFill>
              </a:defRPr>
            </a:lvl2pPr>
            <a:lvl3pPr marL="320040" indent="0">
              <a:buFontTx/>
              <a:buNone/>
              <a:defRPr sz="2000">
                <a:solidFill>
                  <a:schemeClr val="accent5"/>
                </a:solidFill>
              </a:defRPr>
            </a:lvl3pPr>
            <a:lvl4pPr marL="502920" indent="0">
              <a:buFontTx/>
              <a:buNone/>
              <a:defRPr sz="2000">
                <a:solidFill>
                  <a:schemeClr val="accent5"/>
                </a:solidFill>
              </a:defRPr>
            </a:lvl4pPr>
            <a:lvl5pPr marL="640080" indent="0">
              <a:buFontTx/>
              <a:buNone/>
              <a:defRPr sz="20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E8F6ABFE-5309-405C-681F-9F69516F740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563628" y="2699485"/>
            <a:ext cx="3219189" cy="1393805"/>
          </a:xfrm>
        </p:spPr>
        <p:txBody>
          <a:bodyPr>
            <a:noAutofit/>
          </a:bodyPr>
          <a:lstStyle>
            <a:lvl1pPr marL="285750" indent="-285750">
              <a:buSzPct val="80000"/>
              <a:buFont typeface="System Font Regular"/>
              <a:buChar char="►"/>
              <a:defRPr sz="1800" b="0">
                <a:solidFill>
                  <a:schemeClr val="tx1"/>
                </a:solidFill>
              </a:defRPr>
            </a:lvl1pPr>
            <a:lvl2pPr marL="137160" indent="0">
              <a:buFontTx/>
              <a:buNone/>
              <a:defRPr sz="2000">
                <a:solidFill>
                  <a:schemeClr val="accent5"/>
                </a:solidFill>
              </a:defRPr>
            </a:lvl2pPr>
            <a:lvl3pPr marL="320040" indent="0">
              <a:buFontTx/>
              <a:buNone/>
              <a:defRPr sz="2000">
                <a:solidFill>
                  <a:schemeClr val="accent5"/>
                </a:solidFill>
              </a:defRPr>
            </a:lvl3pPr>
            <a:lvl4pPr marL="502920" indent="0">
              <a:buFontTx/>
              <a:buNone/>
              <a:defRPr sz="2000">
                <a:solidFill>
                  <a:schemeClr val="accent5"/>
                </a:solidFill>
              </a:defRPr>
            </a:lvl4pPr>
            <a:lvl5pPr marL="640080" indent="0">
              <a:buFontTx/>
              <a:buNone/>
              <a:defRPr sz="20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25062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and Quote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0E634-800F-ED1D-2A5C-2169FE4D7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C790400C-0429-AB07-7E91-E84C3E7F7F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3864" y="6613946"/>
            <a:ext cx="603109" cy="201936"/>
          </a:xfrm>
          <a:prstGeom prst="rect">
            <a:avLst/>
          </a:prstGeom>
        </p:spPr>
        <p:txBody>
          <a:bodyPr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fld id="{C0B593D6-B212-C744-B293-4C5C60D5655B}" type="slidenum">
              <a:rPr lang="en-US" smtClean="0"/>
              <a:pPr/>
              <a:t>‹#›</a:t>
            </a:fld>
            <a:endParaRPr lang="en-US"/>
          </a:p>
        </p:txBody>
      </p:sp>
      <p:graphicFrame>
        <p:nvGraphicFramePr>
          <p:cNvPr id="4" name="Table 8">
            <a:extLst>
              <a:ext uri="{FF2B5EF4-FFF2-40B4-BE49-F238E27FC236}">
                <a16:creationId xmlns:a16="http://schemas.microsoft.com/office/drawing/2014/main" id="{7E9F2C40-B9C3-6F00-42D4-83E7007F1A1F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536270481"/>
              </p:ext>
            </p:extLst>
          </p:nvPr>
        </p:nvGraphicFramePr>
        <p:xfrm>
          <a:off x="-1" y="1607002"/>
          <a:ext cx="12192000" cy="2442010"/>
        </p:xfrm>
        <a:graphic>
          <a:graphicData uri="http://schemas.openxmlformats.org/drawingml/2006/table">
            <a:tbl>
              <a:tblPr firstRow="1" bandRow="1"/>
              <a:tblGrid>
                <a:gridCol w="4064000">
                  <a:extLst>
                    <a:ext uri="{9D8B030D-6E8A-4147-A177-3AD203B41FA5}">
                      <a16:colId xmlns:a16="http://schemas.microsoft.com/office/drawing/2014/main" val="43097335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6117777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418875380"/>
                    </a:ext>
                  </a:extLst>
                </a:gridCol>
              </a:tblGrid>
              <a:tr h="6490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rtl="0" fontAlgn="base"/>
                      <a:endParaRPr lang="en-US" sz="1800" b="1" i="0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57200" marT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CB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rtl="0" fontAlgn="base"/>
                      <a:endParaRPr lang="en-US" sz="1800" b="1" i="0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57200" marT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CB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rtl="0" fontAlgn="base"/>
                      <a:endParaRPr lang="en-US" sz="1800" b="1" i="0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57200" marT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CB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1548303"/>
                  </a:ext>
                </a:extLst>
              </a:tr>
              <a:tr h="179298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fontAlgn="t"/>
                      <a:endParaRPr lang="en-US" sz="1400" dirty="0">
                        <a:solidFill>
                          <a:schemeClr val="accent5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57200" marR="1828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000000"/>
                      </a:solidFill>
                    </a:lnR>
                    <a:lnT w="28575" cap="flat" cmpd="sng" algn="ctr">
                      <a:solidFill>
                        <a:srgbClr val="2CB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fontAlgn="t"/>
                      <a:endParaRPr lang="en-US" sz="1400" b="0" i="0" dirty="0">
                        <a:solidFill>
                          <a:schemeClr val="accent5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57200" marR="18288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28575" cap="flat" cmpd="sng" algn="ctr">
                      <a:solidFill>
                        <a:srgbClr val="2CB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fontAlgn="t"/>
                      <a:endParaRPr lang="en-US" sz="1400" b="0" i="0" dirty="0">
                        <a:solidFill>
                          <a:schemeClr val="accent5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57200" marR="182880" marT="0" marB="0">
                    <a:lnL w="12700" cmpd="sng">
                      <a:solidFill>
                        <a:srgbClr val="000000"/>
                      </a:solidFill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CB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35018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4393C523-E205-F18D-E172-D9EBCFDE2C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5038" y="4198236"/>
            <a:ext cx="542220" cy="542221"/>
          </a:xfrm>
          <a:prstGeom prst="rect">
            <a:avLst/>
          </a:prstGeom>
        </p:spPr>
      </p:pic>
      <p:sp>
        <p:nvSpPr>
          <p:cNvPr id="8" name="Text Placeholder 47">
            <a:extLst>
              <a:ext uri="{FF2B5EF4-FFF2-40B4-BE49-F238E27FC236}">
                <a16:creationId xmlns:a16="http://schemas.microsoft.com/office/drawing/2014/main" id="{B8A2573F-5B1C-A368-1A17-4C8B83E126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15026" y="4269158"/>
            <a:ext cx="9827348" cy="178377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chemeClr val="accent5"/>
                </a:solidFill>
              </a:defRPr>
            </a:lvl1pPr>
            <a:lvl2pPr marL="137160" indent="0">
              <a:buFontTx/>
              <a:buNone/>
              <a:defRPr sz="2000">
                <a:solidFill>
                  <a:schemeClr val="accent5"/>
                </a:solidFill>
              </a:defRPr>
            </a:lvl2pPr>
            <a:lvl3pPr marL="320040" indent="0">
              <a:buFontTx/>
              <a:buNone/>
              <a:defRPr sz="2000">
                <a:solidFill>
                  <a:schemeClr val="accent5"/>
                </a:solidFill>
              </a:defRPr>
            </a:lvl3pPr>
            <a:lvl4pPr marL="502920" indent="0">
              <a:buFontTx/>
              <a:buNone/>
              <a:defRPr sz="2000">
                <a:solidFill>
                  <a:schemeClr val="accent5"/>
                </a:solidFill>
              </a:defRPr>
            </a:lvl4pPr>
            <a:lvl5pPr marL="640080" indent="0">
              <a:buFontTx/>
              <a:buNone/>
              <a:defRPr sz="20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Click to insert quote</a:t>
            </a:r>
          </a:p>
        </p:txBody>
      </p:sp>
      <p:sp>
        <p:nvSpPr>
          <p:cNvPr id="9" name="Text Placeholder 47">
            <a:extLst>
              <a:ext uri="{FF2B5EF4-FFF2-40B4-BE49-F238E27FC236}">
                <a16:creationId xmlns:a16="http://schemas.microsoft.com/office/drawing/2014/main" id="{04572953-EE9F-11CB-E045-05E786B33D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1783603"/>
            <a:ext cx="3219189" cy="466879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137160" indent="0">
              <a:buFontTx/>
              <a:buNone/>
              <a:defRPr sz="2000">
                <a:solidFill>
                  <a:schemeClr val="accent5"/>
                </a:solidFill>
              </a:defRPr>
            </a:lvl2pPr>
            <a:lvl3pPr marL="320040" indent="0">
              <a:buFontTx/>
              <a:buNone/>
              <a:defRPr sz="2000">
                <a:solidFill>
                  <a:schemeClr val="accent5"/>
                </a:solidFill>
              </a:defRPr>
            </a:lvl3pPr>
            <a:lvl4pPr marL="502920" indent="0">
              <a:buFontTx/>
              <a:buNone/>
              <a:defRPr sz="2000">
                <a:solidFill>
                  <a:schemeClr val="accent5"/>
                </a:solidFill>
              </a:defRPr>
            </a:lvl4pPr>
            <a:lvl5pPr marL="640080" indent="0">
              <a:buFontTx/>
              <a:buNone/>
              <a:defRPr sz="20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7">
            <a:extLst>
              <a:ext uri="{FF2B5EF4-FFF2-40B4-BE49-F238E27FC236}">
                <a16:creationId xmlns:a16="http://schemas.microsoft.com/office/drawing/2014/main" id="{775D363C-7189-48B2-ED27-FB0ACDC052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6405" y="1783603"/>
            <a:ext cx="3219189" cy="466879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137160" indent="0">
              <a:buFontTx/>
              <a:buNone/>
              <a:defRPr sz="2000">
                <a:solidFill>
                  <a:schemeClr val="accent5"/>
                </a:solidFill>
              </a:defRPr>
            </a:lvl2pPr>
            <a:lvl3pPr marL="320040" indent="0">
              <a:buFontTx/>
              <a:buNone/>
              <a:defRPr sz="2000">
                <a:solidFill>
                  <a:schemeClr val="accent5"/>
                </a:solidFill>
              </a:defRPr>
            </a:lvl3pPr>
            <a:lvl4pPr marL="502920" indent="0">
              <a:buFontTx/>
              <a:buNone/>
              <a:defRPr sz="2000">
                <a:solidFill>
                  <a:schemeClr val="accent5"/>
                </a:solidFill>
              </a:defRPr>
            </a:lvl4pPr>
            <a:lvl5pPr marL="640080" indent="0">
              <a:buFontTx/>
              <a:buNone/>
              <a:defRPr sz="20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7">
            <a:extLst>
              <a:ext uri="{FF2B5EF4-FFF2-40B4-BE49-F238E27FC236}">
                <a16:creationId xmlns:a16="http://schemas.microsoft.com/office/drawing/2014/main" id="{99E965E3-2A69-0FD3-222C-63A642A71A9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63627" y="1783603"/>
            <a:ext cx="3219189" cy="466879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137160" indent="0">
              <a:buFontTx/>
              <a:buNone/>
              <a:defRPr sz="2000">
                <a:solidFill>
                  <a:schemeClr val="accent5"/>
                </a:solidFill>
              </a:defRPr>
            </a:lvl2pPr>
            <a:lvl3pPr marL="320040" indent="0">
              <a:buFontTx/>
              <a:buNone/>
              <a:defRPr sz="2000">
                <a:solidFill>
                  <a:schemeClr val="accent5"/>
                </a:solidFill>
              </a:defRPr>
            </a:lvl3pPr>
            <a:lvl4pPr marL="502920" indent="0">
              <a:buFontTx/>
              <a:buNone/>
              <a:defRPr sz="2000">
                <a:solidFill>
                  <a:schemeClr val="accent5"/>
                </a:solidFill>
              </a:defRPr>
            </a:lvl4pPr>
            <a:lvl5pPr marL="640080" indent="0">
              <a:buFontTx/>
              <a:buNone/>
              <a:defRPr sz="20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7">
            <a:extLst>
              <a:ext uri="{FF2B5EF4-FFF2-40B4-BE49-F238E27FC236}">
                <a16:creationId xmlns:a16="http://schemas.microsoft.com/office/drawing/2014/main" id="{3370FFD3-358A-D8F3-FA30-A110AEEFE7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2361753"/>
            <a:ext cx="3219189" cy="1393805"/>
          </a:xfrm>
        </p:spPr>
        <p:txBody>
          <a:bodyPr>
            <a:noAutofit/>
          </a:bodyPr>
          <a:lstStyle>
            <a:lvl1pPr marL="285750" indent="-285750">
              <a:buSzPct val="80000"/>
              <a:buFont typeface="System Font Regular"/>
              <a:buChar char="►"/>
              <a:defRPr sz="1800" b="0">
                <a:solidFill>
                  <a:schemeClr val="tx1"/>
                </a:solidFill>
              </a:defRPr>
            </a:lvl1pPr>
            <a:lvl2pPr marL="137160" indent="0">
              <a:buFontTx/>
              <a:buNone/>
              <a:defRPr sz="2000">
                <a:solidFill>
                  <a:schemeClr val="accent5"/>
                </a:solidFill>
              </a:defRPr>
            </a:lvl2pPr>
            <a:lvl3pPr marL="320040" indent="0">
              <a:buFontTx/>
              <a:buNone/>
              <a:defRPr sz="2000">
                <a:solidFill>
                  <a:schemeClr val="accent5"/>
                </a:solidFill>
              </a:defRPr>
            </a:lvl3pPr>
            <a:lvl4pPr marL="502920" indent="0">
              <a:buFontTx/>
              <a:buNone/>
              <a:defRPr sz="2000">
                <a:solidFill>
                  <a:schemeClr val="accent5"/>
                </a:solidFill>
              </a:defRPr>
            </a:lvl4pPr>
            <a:lvl5pPr marL="640080" indent="0">
              <a:buFontTx/>
              <a:buNone/>
              <a:defRPr sz="20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7">
            <a:extLst>
              <a:ext uri="{FF2B5EF4-FFF2-40B4-BE49-F238E27FC236}">
                <a16:creationId xmlns:a16="http://schemas.microsoft.com/office/drawing/2014/main" id="{4843A467-FCC7-BE2C-AFD9-0C15AEAFD46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86405" y="2361753"/>
            <a:ext cx="3219189" cy="1393805"/>
          </a:xfrm>
        </p:spPr>
        <p:txBody>
          <a:bodyPr>
            <a:noAutofit/>
          </a:bodyPr>
          <a:lstStyle>
            <a:lvl1pPr marL="285750" indent="-285750">
              <a:buSzPct val="80000"/>
              <a:buFont typeface="System Font Regular"/>
              <a:buChar char="►"/>
              <a:defRPr sz="1800" b="0">
                <a:solidFill>
                  <a:schemeClr val="tx1"/>
                </a:solidFill>
              </a:defRPr>
            </a:lvl1pPr>
            <a:lvl2pPr marL="137160" indent="0">
              <a:buFontTx/>
              <a:buNone/>
              <a:defRPr sz="2000">
                <a:solidFill>
                  <a:schemeClr val="accent5"/>
                </a:solidFill>
              </a:defRPr>
            </a:lvl2pPr>
            <a:lvl3pPr marL="320040" indent="0">
              <a:buFontTx/>
              <a:buNone/>
              <a:defRPr sz="2000">
                <a:solidFill>
                  <a:schemeClr val="accent5"/>
                </a:solidFill>
              </a:defRPr>
            </a:lvl3pPr>
            <a:lvl4pPr marL="502920" indent="0">
              <a:buFontTx/>
              <a:buNone/>
              <a:defRPr sz="2000">
                <a:solidFill>
                  <a:schemeClr val="accent5"/>
                </a:solidFill>
              </a:defRPr>
            </a:lvl4pPr>
            <a:lvl5pPr marL="640080" indent="0">
              <a:buFontTx/>
              <a:buNone/>
              <a:defRPr sz="20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7">
            <a:extLst>
              <a:ext uri="{FF2B5EF4-FFF2-40B4-BE49-F238E27FC236}">
                <a16:creationId xmlns:a16="http://schemas.microsoft.com/office/drawing/2014/main" id="{311882E6-F75C-A4E8-725A-667F4EBC57E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563627" y="2361753"/>
            <a:ext cx="3219189" cy="1393805"/>
          </a:xfrm>
        </p:spPr>
        <p:txBody>
          <a:bodyPr>
            <a:noAutofit/>
          </a:bodyPr>
          <a:lstStyle>
            <a:lvl1pPr marL="285750" indent="-285750">
              <a:buSzPct val="80000"/>
              <a:buFont typeface="System Font Regular"/>
              <a:buChar char="►"/>
              <a:defRPr sz="1800" b="0">
                <a:solidFill>
                  <a:schemeClr val="tx1"/>
                </a:solidFill>
              </a:defRPr>
            </a:lvl1pPr>
            <a:lvl2pPr marL="137160" indent="0">
              <a:buFontTx/>
              <a:buNone/>
              <a:defRPr sz="2000">
                <a:solidFill>
                  <a:schemeClr val="accent5"/>
                </a:solidFill>
              </a:defRPr>
            </a:lvl2pPr>
            <a:lvl3pPr marL="320040" indent="0">
              <a:buFontTx/>
              <a:buNone/>
              <a:defRPr sz="2000">
                <a:solidFill>
                  <a:schemeClr val="accent5"/>
                </a:solidFill>
              </a:defRPr>
            </a:lvl3pPr>
            <a:lvl4pPr marL="502920" indent="0">
              <a:buFontTx/>
              <a:buNone/>
              <a:defRPr sz="2000">
                <a:solidFill>
                  <a:schemeClr val="accent5"/>
                </a:solidFill>
              </a:defRPr>
            </a:lvl4pPr>
            <a:lvl5pPr marL="640080" indent="0">
              <a:buFontTx/>
              <a:buNone/>
              <a:defRPr sz="20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1315419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0E634-800F-ED1D-2A5C-2169FE4D7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C790400C-0429-AB07-7E91-E84C3E7F7F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3864" y="6613946"/>
            <a:ext cx="603109" cy="201936"/>
          </a:xfrm>
          <a:prstGeom prst="rect">
            <a:avLst/>
          </a:prstGeom>
        </p:spPr>
        <p:txBody>
          <a:bodyPr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fld id="{C0B593D6-B212-C744-B293-4C5C60D5655B}" type="slidenum">
              <a:rPr lang="en-US" smtClean="0"/>
              <a:pPr/>
              <a:t>‹#›</a:t>
            </a:fld>
            <a:endParaRPr lang="en-US"/>
          </a:p>
        </p:txBody>
      </p:sp>
      <p:graphicFrame>
        <p:nvGraphicFramePr>
          <p:cNvPr id="4" name="Table 8">
            <a:extLst>
              <a:ext uri="{FF2B5EF4-FFF2-40B4-BE49-F238E27FC236}">
                <a16:creationId xmlns:a16="http://schemas.microsoft.com/office/drawing/2014/main" id="{7E9F2C40-B9C3-6F00-42D4-83E7007F1A1F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4038185061"/>
              </p:ext>
            </p:extLst>
          </p:nvPr>
        </p:nvGraphicFramePr>
        <p:xfrm>
          <a:off x="-1" y="1607002"/>
          <a:ext cx="12192000" cy="2442010"/>
        </p:xfrm>
        <a:graphic>
          <a:graphicData uri="http://schemas.openxmlformats.org/drawingml/2006/table">
            <a:tbl>
              <a:tblPr firstRow="1" bandRow="1"/>
              <a:tblGrid>
                <a:gridCol w="4064000">
                  <a:extLst>
                    <a:ext uri="{9D8B030D-6E8A-4147-A177-3AD203B41FA5}">
                      <a16:colId xmlns:a16="http://schemas.microsoft.com/office/drawing/2014/main" val="43097335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6117777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418875380"/>
                    </a:ext>
                  </a:extLst>
                </a:gridCol>
              </a:tblGrid>
              <a:tr h="6490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rtl="0" fontAlgn="base"/>
                      <a:endParaRPr lang="en-US" sz="1800" b="1" i="0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57200" marT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CB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rtl="0" fontAlgn="base"/>
                      <a:endParaRPr lang="en-US" sz="1800" b="1" i="0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57200" marT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CB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rtl="0" fontAlgn="base"/>
                      <a:endParaRPr lang="en-US" sz="1800" b="1" i="0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57200" marT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CB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1548303"/>
                  </a:ext>
                </a:extLst>
              </a:tr>
              <a:tr h="179298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fontAlgn="t"/>
                      <a:endParaRPr lang="en-US" sz="1400" dirty="0">
                        <a:solidFill>
                          <a:schemeClr val="accent5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57200" marR="1828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000000"/>
                      </a:solidFill>
                    </a:lnR>
                    <a:lnT w="28575" cap="flat" cmpd="sng" algn="ctr">
                      <a:solidFill>
                        <a:srgbClr val="2CB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fontAlgn="t"/>
                      <a:endParaRPr lang="en-US" sz="1400" b="0" i="0" dirty="0">
                        <a:solidFill>
                          <a:schemeClr val="accent5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57200" marR="18288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28575" cap="flat" cmpd="sng" algn="ctr">
                      <a:solidFill>
                        <a:srgbClr val="2CB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fontAlgn="t"/>
                      <a:endParaRPr lang="en-US" sz="1400" b="0" i="0" dirty="0">
                        <a:solidFill>
                          <a:schemeClr val="accent5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57200" marR="182880" marT="0" marB="0">
                    <a:lnL w="12700" cmpd="sng">
                      <a:solidFill>
                        <a:srgbClr val="000000"/>
                      </a:solidFill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CB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35018"/>
                  </a:ext>
                </a:extLst>
              </a:tr>
            </a:tbl>
          </a:graphicData>
        </a:graphic>
      </p:graphicFrame>
      <p:sp>
        <p:nvSpPr>
          <p:cNvPr id="9" name="Text Placeholder 47">
            <a:extLst>
              <a:ext uri="{FF2B5EF4-FFF2-40B4-BE49-F238E27FC236}">
                <a16:creationId xmlns:a16="http://schemas.microsoft.com/office/drawing/2014/main" id="{04572953-EE9F-11CB-E045-05E786B33D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1783603"/>
            <a:ext cx="3219189" cy="466879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137160" indent="0">
              <a:buFontTx/>
              <a:buNone/>
              <a:defRPr sz="2000">
                <a:solidFill>
                  <a:schemeClr val="accent5"/>
                </a:solidFill>
              </a:defRPr>
            </a:lvl2pPr>
            <a:lvl3pPr marL="320040" indent="0">
              <a:buFontTx/>
              <a:buNone/>
              <a:defRPr sz="2000">
                <a:solidFill>
                  <a:schemeClr val="accent5"/>
                </a:solidFill>
              </a:defRPr>
            </a:lvl3pPr>
            <a:lvl4pPr marL="502920" indent="0">
              <a:buFontTx/>
              <a:buNone/>
              <a:defRPr sz="2000">
                <a:solidFill>
                  <a:schemeClr val="accent5"/>
                </a:solidFill>
              </a:defRPr>
            </a:lvl4pPr>
            <a:lvl5pPr marL="640080" indent="0">
              <a:buFontTx/>
              <a:buNone/>
              <a:defRPr sz="20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7">
            <a:extLst>
              <a:ext uri="{FF2B5EF4-FFF2-40B4-BE49-F238E27FC236}">
                <a16:creationId xmlns:a16="http://schemas.microsoft.com/office/drawing/2014/main" id="{775D363C-7189-48B2-ED27-FB0ACDC052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6405" y="1783603"/>
            <a:ext cx="3219189" cy="466879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137160" indent="0">
              <a:buFontTx/>
              <a:buNone/>
              <a:defRPr sz="2000">
                <a:solidFill>
                  <a:schemeClr val="accent5"/>
                </a:solidFill>
              </a:defRPr>
            </a:lvl2pPr>
            <a:lvl3pPr marL="320040" indent="0">
              <a:buFontTx/>
              <a:buNone/>
              <a:defRPr sz="2000">
                <a:solidFill>
                  <a:schemeClr val="accent5"/>
                </a:solidFill>
              </a:defRPr>
            </a:lvl3pPr>
            <a:lvl4pPr marL="502920" indent="0">
              <a:buFontTx/>
              <a:buNone/>
              <a:defRPr sz="2000">
                <a:solidFill>
                  <a:schemeClr val="accent5"/>
                </a:solidFill>
              </a:defRPr>
            </a:lvl4pPr>
            <a:lvl5pPr marL="640080" indent="0">
              <a:buFontTx/>
              <a:buNone/>
              <a:defRPr sz="20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7">
            <a:extLst>
              <a:ext uri="{FF2B5EF4-FFF2-40B4-BE49-F238E27FC236}">
                <a16:creationId xmlns:a16="http://schemas.microsoft.com/office/drawing/2014/main" id="{99E965E3-2A69-0FD3-222C-63A642A71A9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63627" y="1783603"/>
            <a:ext cx="3219189" cy="466879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137160" indent="0">
              <a:buFontTx/>
              <a:buNone/>
              <a:defRPr sz="2000">
                <a:solidFill>
                  <a:schemeClr val="accent5"/>
                </a:solidFill>
              </a:defRPr>
            </a:lvl2pPr>
            <a:lvl3pPr marL="320040" indent="0">
              <a:buFontTx/>
              <a:buNone/>
              <a:defRPr sz="2000">
                <a:solidFill>
                  <a:schemeClr val="accent5"/>
                </a:solidFill>
              </a:defRPr>
            </a:lvl3pPr>
            <a:lvl4pPr marL="502920" indent="0">
              <a:buFontTx/>
              <a:buNone/>
              <a:defRPr sz="2000">
                <a:solidFill>
                  <a:schemeClr val="accent5"/>
                </a:solidFill>
              </a:defRPr>
            </a:lvl4pPr>
            <a:lvl5pPr marL="640080" indent="0">
              <a:buFontTx/>
              <a:buNone/>
              <a:defRPr sz="20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7">
            <a:extLst>
              <a:ext uri="{FF2B5EF4-FFF2-40B4-BE49-F238E27FC236}">
                <a16:creationId xmlns:a16="http://schemas.microsoft.com/office/drawing/2014/main" id="{3370FFD3-358A-D8F3-FA30-A110AEEFE7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2361753"/>
            <a:ext cx="3219189" cy="1393805"/>
          </a:xfrm>
        </p:spPr>
        <p:txBody>
          <a:bodyPr>
            <a:noAutofit/>
          </a:bodyPr>
          <a:lstStyle>
            <a:lvl1pPr marL="285750" indent="-285750">
              <a:buSzPct val="80000"/>
              <a:buFont typeface="System Font Regular"/>
              <a:buChar char="►"/>
              <a:defRPr sz="1800" b="0">
                <a:solidFill>
                  <a:schemeClr val="tx1"/>
                </a:solidFill>
              </a:defRPr>
            </a:lvl1pPr>
            <a:lvl2pPr marL="137160" indent="0">
              <a:buFontTx/>
              <a:buNone/>
              <a:defRPr sz="2000">
                <a:solidFill>
                  <a:schemeClr val="accent5"/>
                </a:solidFill>
              </a:defRPr>
            </a:lvl2pPr>
            <a:lvl3pPr marL="320040" indent="0">
              <a:buFontTx/>
              <a:buNone/>
              <a:defRPr sz="2000">
                <a:solidFill>
                  <a:schemeClr val="accent5"/>
                </a:solidFill>
              </a:defRPr>
            </a:lvl3pPr>
            <a:lvl4pPr marL="502920" indent="0">
              <a:buFontTx/>
              <a:buNone/>
              <a:defRPr sz="2000">
                <a:solidFill>
                  <a:schemeClr val="accent5"/>
                </a:solidFill>
              </a:defRPr>
            </a:lvl4pPr>
            <a:lvl5pPr marL="640080" indent="0">
              <a:buFontTx/>
              <a:buNone/>
              <a:defRPr sz="20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7">
            <a:extLst>
              <a:ext uri="{FF2B5EF4-FFF2-40B4-BE49-F238E27FC236}">
                <a16:creationId xmlns:a16="http://schemas.microsoft.com/office/drawing/2014/main" id="{4843A467-FCC7-BE2C-AFD9-0C15AEAFD46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86405" y="2361753"/>
            <a:ext cx="3219189" cy="1393805"/>
          </a:xfrm>
        </p:spPr>
        <p:txBody>
          <a:bodyPr>
            <a:noAutofit/>
          </a:bodyPr>
          <a:lstStyle>
            <a:lvl1pPr marL="285750" indent="-285750">
              <a:buSzPct val="80000"/>
              <a:buFont typeface="System Font Regular"/>
              <a:buChar char="►"/>
              <a:defRPr sz="1800" b="0">
                <a:solidFill>
                  <a:schemeClr val="tx1"/>
                </a:solidFill>
              </a:defRPr>
            </a:lvl1pPr>
            <a:lvl2pPr marL="137160" indent="0">
              <a:buFontTx/>
              <a:buNone/>
              <a:defRPr sz="2000">
                <a:solidFill>
                  <a:schemeClr val="accent5"/>
                </a:solidFill>
              </a:defRPr>
            </a:lvl2pPr>
            <a:lvl3pPr marL="320040" indent="0">
              <a:buFontTx/>
              <a:buNone/>
              <a:defRPr sz="2000">
                <a:solidFill>
                  <a:schemeClr val="accent5"/>
                </a:solidFill>
              </a:defRPr>
            </a:lvl3pPr>
            <a:lvl4pPr marL="502920" indent="0">
              <a:buFontTx/>
              <a:buNone/>
              <a:defRPr sz="2000">
                <a:solidFill>
                  <a:schemeClr val="accent5"/>
                </a:solidFill>
              </a:defRPr>
            </a:lvl4pPr>
            <a:lvl5pPr marL="640080" indent="0">
              <a:buFontTx/>
              <a:buNone/>
              <a:defRPr sz="20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7">
            <a:extLst>
              <a:ext uri="{FF2B5EF4-FFF2-40B4-BE49-F238E27FC236}">
                <a16:creationId xmlns:a16="http://schemas.microsoft.com/office/drawing/2014/main" id="{311882E6-F75C-A4E8-725A-667F4EBC57E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563627" y="2361753"/>
            <a:ext cx="3219189" cy="1393805"/>
          </a:xfrm>
        </p:spPr>
        <p:txBody>
          <a:bodyPr>
            <a:noAutofit/>
          </a:bodyPr>
          <a:lstStyle>
            <a:lvl1pPr marL="285750" indent="-285750">
              <a:buSzPct val="80000"/>
              <a:buFont typeface="System Font Regular"/>
              <a:buChar char="►"/>
              <a:defRPr sz="1800" b="0">
                <a:solidFill>
                  <a:schemeClr val="tx1"/>
                </a:solidFill>
              </a:defRPr>
            </a:lvl1pPr>
            <a:lvl2pPr marL="137160" indent="0">
              <a:buFontTx/>
              <a:buNone/>
              <a:defRPr sz="2000">
                <a:solidFill>
                  <a:schemeClr val="accent5"/>
                </a:solidFill>
              </a:defRPr>
            </a:lvl2pPr>
            <a:lvl3pPr marL="320040" indent="0">
              <a:buFontTx/>
              <a:buNone/>
              <a:defRPr sz="2000">
                <a:solidFill>
                  <a:schemeClr val="accent5"/>
                </a:solidFill>
              </a:defRPr>
            </a:lvl3pPr>
            <a:lvl4pPr marL="502920" indent="0">
              <a:buFontTx/>
              <a:buNone/>
              <a:defRPr sz="2000">
                <a:solidFill>
                  <a:schemeClr val="accent5"/>
                </a:solidFill>
              </a:defRPr>
            </a:lvl4pPr>
            <a:lvl5pPr marL="640080" indent="0">
              <a:buFontTx/>
              <a:buNone/>
              <a:defRPr sz="20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2523143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ription Green / Title / Bod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84DBD62-1D90-11CE-1A98-2044A99F4495}"/>
              </a:ext>
            </a:extLst>
          </p:cNvPr>
          <p:cNvSpPr/>
          <p:nvPr userDrawn="1"/>
        </p:nvSpPr>
        <p:spPr>
          <a:xfrm>
            <a:off x="0" y="1717964"/>
            <a:ext cx="12192000" cy="5140035"/>
          </a:xfrm>
          <a:prstGeom prst="rect">
            <a:avLst/>
          </a:prstGeom>
          <a:gradFill>
            <a:gsLst>
              <a:gs pos="0">
                <a:srgbClr val="FFFFFF"/>
              </a:gs>
              <a:gs pos="15000">
                <a:srgbClr val="FFFFFF">
                  <a:lumMod val="95000"/>
                </a:srgbClr>
              </a:gs>
              <a:gs pos="100000">
                <a:srgbClr val="CACACA">
                  <a:lumMod val="40000"/>
                  <a:lumOff val="60000"/>
                </a:srgbClr>
              </a:gs>
            </a:gsLst>
            <a:lin ang="16200000" scaled="0"/>
          </a:gradFill>
          <a:ln w="12700" cap="flat" cmpd="sng" algn="ctr">
            <a:noFill/>
            <a:prstDash val="solid"/>
            <a:miter lim="800000"/>
          </a:ln>
          <a:effectLst>
            <a:innerShdw blurRad="63500" dist="50800" dir="16200000">
              <a:prstClr val="black">
                <a:alpha val="20348"/>
              </a:prstClr>
            </a:inn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6430BF45-F99E-CB27-DC79-17449F0AE4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3864" y="6613946"/>
            <a:ext cx="603109" cy="201936"/>
          </a:xfrm>
          <a:prstGeom prst="rect">
            <a:avLst/>
          </a:prstGeom>
        </p:spPr>
        <p:txBody>
          <a:bodyPr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fld id="{C0B593D6-B212-C744-B293-4C5C60D5655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058893C-A95C-94C7-2741-6F8FC91D3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2097589"/>
            <a:ext cx="11277599" cy="447424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0D5F95C-C5E7-2270-00E8-56D14DEFE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4457"/>
            <a:ext cx="11277600" cy="685800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F7DF5C0F-F5F4-4B4C-B690-C4347B6051B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1089432"/>
            <a:ext cx="11277600" cy="492037"/>
          </a:xfrm>
          <a:prstGeom prst="rect">
            <a:avLst/>
          </a:prstGeom>
        </p:spPr>
        <p:txBody>
          <a:bodyPr lIns="0" tIns="0" rIns="0" anchor="t"/>
          <a:lstStyle>
            <a:lvl1pPr marL="0" indent="0">
              <a:buFontTx/>
              <a:buNone/>
              <a:defRPr sz="1800" b="1" kern="0" baseline="0">
                <a:solidFill>
                  <a:schemeClr val="accent6"/>
                </a:solidFill>
              </a:defRPr>
            </a:lvl1pPr>
            <a:lvl2pPr marL="320040" indent="0">
              <a:buFontTx/>
              <a:buNone/>
              <a:defRPr/>
            </a:lvl2pPr>
            <a:lvl3pPr marL="594360" indent="0">
              <a:buFontTx/>
              <a:buNone/>
              <a:defRPr/>
            </a:lvl3pPr>
            <a:lvl4pPr marL="868680" indent="0">
              <a:buFontTx/>
              <a:buNone/>
              <a:defRPr/>
            </a:lvl4pPr>
            <a:lvl5pPr marL="109728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 descr="A pixelated letter b and a green and orange letter&#10;&#10;Description automatically generated with medium confidence">
            <a:extLst>
              <a:ext uri="{FF2B5EF4-FFF2-40B4-BE49-F238E27FC236}">
                <a16:creationId xmlns:a16="http://schemas.microsoft.com/office/drawing/2014/main" id="{8D8D36F4-CB30-0DD0-89EC-2D9A24CCE8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4248" y="6276811"/>
            <a:ext cx="1076961" cy="337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554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 Green / Title / Bod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0AA301F-7420-2EF2-BA51-458C2D50C17E}"/>
              </a:ext>
            </a:extLst>
          </p:cNvPr>
          <p:cNvSpPr/>
          <p:nvPr userDrawn="1"/>
        </p:nvSpPr>
        <p:spPr>
          <a:xfrm>
            <a:off x="0" y="1717964"/>
            <a:ext cx="12192000" cy="5140035"/>
          </a:xfrm>
          <a:prstGeom prst="rect">
            <a:avLst/>
          </a:prstGeom>
          <a:gradFill>
            <a:gsLst>
              <a:gs pos="0">
                <a:srgbClr val="FFFFFF"/>
              </a:gs>
              <a:gs pos="15000">
                <a:srgbClr val="FFFFFF">
                  <a:lumMod val="95000"/>
                </a:srgbClr>
              </a:gs>
              <a:gs pos="100000">
                <a:srgbClr val="CACACA">
                  <a:lumMod val="40000"/>
                  <a:lumOff val="60000"/>
                </a:srgbClr>
              </a:gs>
            </a:gsLst>
            <a:lin ang="16200000" scaled="0"/>
          </a:gradFill>
          <a:ln w="12700" cap="flat" cmpd="sng" algn="ctr">
            <a:noFill/>
            <a:prstDash val="solid"/>
            <a:miter lim="800000"/>
          </a:ln>
          <a:effectLst>
            <a:innerShdw blurRad="63500" dist="50800" dir="16200000">
              <a:prstClr val="black">
                <a:alpha val="20348"/>
              </a:prstClr>
            </a:inn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2885446-3BC3-5D57-4930-4376A629AA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67044"/>
            <a:ext cx="11295993" cy="458023"/>
          </a:xfrm>
        </p:spPr>
        <p:txBody>
          <a:bodyPr>
            <a:noAutofit/>
          </a:bodyPr>
          <a:lstStyle>
            <a:lvl1pPr>
              <a:defRPr sz="3000" b="1"/>
            </a:lvl1pPr>
          </a:lstStyle>
          <a:p>
            <a:r>
              <a:rPr lang="en-US" dirty="0"/>
              <a:t>Click to edit Master title line one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215239E-9B26-2C5D-99E0-767BFF693D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925068"/>
            <a:ext cx="11295993" cy="379624"/>
          </a:xfrm>
        </p:spPr>
        <p:txBody>
          <a:bodyPr>
            <a:noAutofit/>
          </a:bodyPr>
          <a:lstStyle>
            <a:lvl1pPr>
              <a:buNone/>
              <a:defRPr sz="3000" b="0">
                <a:solidFill>
                  <a:schemeClr val="accent6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title line two</a:t>
            </a: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6430BF45-F99E-CB27-DC79-17449F0AE4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3864" y="6613946"/>
            <a:ext cx="603109" cy="201936"/>
          </a:xfrm>
          <a:prstGeom prst="rect">
            <a:avLst/>
          </a:prstGeom>
        </p:spPr>
        <p:txBody>
          <a:bodyPr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fld id="{C0B593D6-B212-C744-B293-4C5C60D5655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058893C-A95C-94C7-2741-6F8FC91D3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2097589"/>
            <a:ext cx="11277599" cy="447424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 descr="A pixelated letter b and a green and orange letter&#10;&#10;Description automatically generated with medium confidence">
            <a:extLst>
              <a:ext uri="{FF2B5EF4-FFF2-40B4-BE49-F238E27FC236}">
                <a16:creationId xmlns:a16="http://schemas.microsoft.com/office/drawing/2014/main" id="{AD2614A7-D307-0CBE-AD43-18DB63589E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4248" y="6276811"/>
            <a:ext cx="1076961" cy="337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55632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 Green / Title / Description / Bod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0AA301F-7420-2EF2-BA51-458C2D50C17E}"/>
              </a:ext>
            </a:extLst>
          </p:cNvPr>
          <p:cNvSpPr/>
          <p:nvPr userDrawn="1"/>
        </p:nvSpPr>
        <p:spPr>
          <a:xfrm>
            <a:off x="0" y="2197100"/>
            <a:ext cx="12192000" cy="4660899"/>
          </a:xfrm>
          <a:prstGeom prst="rect">
            <a:avLst/>
          </a:prstGeom>
          <a:gradFill>
            <a:gsLst>
              <a:gs pos="0">
                <a:srgbClr val="FFFFFF"/>
              </a:gs>
              <a:gs pos="15000">
                <a:srgbClr val="FFFFFF">
                  <a:lumMod val="95000"/>
                </a:srgbClr>
              </a:gs>
              <a:gs pos="100000">
                <a:srgbClr val="CACACA">
                  <a:lumMod val="40000"/>
                  <a:lumOff val="60000"/>
                </a:srgbClr>
              </a:gs>
            </a:gsLst>
            <a:lin ang="16200000" scaled="0"/>
          </a:gradFill>
          <a:ln w="12700" cap="flat" cmpd="sng" algn="ctr">
            <a:noFill/>
            <a:prstDash val="solid"/>
            <a:miter lim="800000"/>
          </a:ln>
          <a:effectLst>
            <a:innerShdw blurRad="63500" dist="50800" dir="16200000">
              <a:prstClr val="black">
                <a:alpha val="20348"/>
              </a:prstClr>
            </a:inn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2885446-3BC3-5D57-4930-4376A629AA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67044"/>
            <a:ext cx="11295993" cy="458023"/>
          </a:xfrm>
        </p:spPr>
        <p:txBody>
          <a:bodyPr>
            <a:noAutofit/>
          </a:bodyPr>
          <a:lstStyle>
            <a:lvl1pPr>
              <a:defRPr sz="3000" b="1"/>
            </a:lvl1pPr>
          </a:lstStyle>
          <a:p>
            <a:r>
              <a:rPr lang="en-US" dirty="0"/>
              <a:t>Click to edit Master title line one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7A89E03-31A7-D56A-D511-20F8FB83076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1588966"/>
            <a:ext cx="11277600" cy="492037"/>
          </a:xfrm>
          <a:prstGeom prst="rect">
            <a:avLst/>
          </a:prstGeom>
        </p:spPr>
        <p:txBody>
          <a:bodyPr lIns="0" tIns="0" rIns="0" anchor="t"/>
          <a:lstStyle>
            <a:lvl1pPr marL="0" indent="0">
              <a:buFontTx/>
              <a:buNone/>
              <a:defRPr sz="1800" b="1" kern="0" baseline="0">
                <a:solidFill>
                  <a:schemeClr val="accent6"/>
                </a:solidFill>
              </a:defRPr>
            </a:lvl1pPr>
            <a:lvl2pPr marL="320040" indent="0">
              <a:buFontTx/>
              <a:buNone/>
              <a:defRPr/>
            </a:lvl2pPr>
            <a:lvl3pPr marL="594360" indent="0">
              <a:buFontTx/>
              <a:buNone/>
              <a:defRPr/>
            </a:lvl3pPr>
            <a:lvl4pPr marL="868680" indent="0">
              <a:buFontTx/>
              <a:buNone/>
              <a:defRPr/>
            </a:lvl4pPr>
            <a:lvl5pPr marL="109728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description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215239E-9B26-2C5D-99E0-767BFF693D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925068"/>
            <a:ext cx="11295993" cy="379624"/>
          </a:xfrm>
        </p:spPr>
        <p:txBody>
          <a:bodyPr>
            <a:noAutofit/>
          </a:bodyPr>
          <a:lstStyle>
            <a:lvl1pPr>
              <a:buNone/>
              <a:defRPr sz="3000" b="0">
                <a:solidFill>
                  <a:schemeClr val="accent6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title line two</a:t>
            </a: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6430BF45-F99E-CB27-DC79-17449F0AE4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3864" y="6613946"/>
            <a:ext cx="603109" cy="201936"/>
          </a:xfrm>
          <a:prstGeom prst="rect">
            <a:avLst/>
          </a:prstGeom>
        </p:spPr>
        <p:txBody>
          <a:bodyPr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fld id="{C0B593D6-B212-C744-B293-4C5C60D5655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058893C-A95C-94C7-2741-6F8FC91D3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2431627"/>
            <a:ext cx="11277599" cy="414020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1" name="Picture 10" descr="A pixelated letter b and a green and orange letter&#10;&#10;Description automatically generated with medium confidence">
            <a:extLst>
              <a:ext uri="{FF2B5EF4-FFF2-40B4-BE49-F238E27FC236}">
                <a16:creationId xmlns:a16="http://schemas.microsoft.com/office/drawing/2014/main" id="{4684C22C-FEC0-610D-A3CA-F938370898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4248" y="6276811"/>
            <a:ext cx="1076961" cy="337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84421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le Condi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314970F-9A35-6E6F-7056-55237402EEC9}"/>
              </a:ext>
            </a:extLst>
          </p:cNvPr>
          <p:cNvSpPr/>
          <p:nvPr userDrawn="1"/>
        </p:nvSpPr>
        <p:spPr>
          <a:xfrm>
            <a:off x="0" y="2197101"/>
            <a:ext cx="12192000" cy="4660899"/>
          </a:xfrm>
          <a:prstGeom prst="rect">
            <a:avLst/>
          </a:prstGeom>
          <a:gradFill>
            <a:gsLst>
              <a:gs pos="0">
                <a:srgbClr val="FFFFFF"/>
              </a:gs>
              <a:gs pos="15000">
                <a:srgbClr val="FFFFFF">
                  <a:lumMod val="95000"/>
                </a:srgbClr>
              </a:gs>
              <a:gs pos="100000">
                <a:srgbClr val="CACACA">
                  <a:lumMod val="40000"/>
                  <a:lumOff val="60000"/>
                </a:srgbClr>
              </a:gs>
            </a:gsLst>
            <a:lin ang="16200000" scaled="0"/>
          </a:gradFill>
          <a:ln w="12700" cap="flat" cmpd="sng" algn="ctr">
            <a:noFill/>
            <a:prstDash val="solid"/>
            <a:miter lim="800000"/>
          </a:ln>
          <a:effectLst>
            <a:innerShdw blurRad="63500" dist="50800" dir="16200000">
              <a:prstClr val="black">
                <a:alpha val="20348"/>
              </a:prstClr>
            </a:inn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8B91F41-2850-B356-6F77-5CEB38F17A12}"/>
              </a:ext>
            </a:extLst>
          </p:cNvPr>
          <p:cNvGrpSpPr/>
          <p:nvPr userDrawn="1"/>
        </p:nvGrpSpPr>
        <p:grpSpPr>
          <a:xfrm>
            <a:off x="6859139" y="1679935"/>
            <a:ext cx="5351253" cy="3447475"/>
            <a:chOff x="6065298" y="914204"/>
            <a:chExt cx="5085029" cy="3275963"/>
          </a:xfrm>
        </p:grpSpPr>
        <p:pic>
          <p:nvPicPr>
            <p:cNvPr id="12" name="Content Placeholder 12">
              <a:extLst>
                <a:ext uri="{FF2B5EF4-FFF2-40B4-BE49-F238E27FC236}">
                  <a16:creationId xmlns:a16="http://schemas.microsoft.com/office/drawing/2014/main" id="{E69885B1-ED4E-5D61-1872-884EF1074B3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-547" t="1" r="9793" b="-1900"/>
            <a:stretch>
              <a:fillRect/>
            </a:stretch>
          </p:blipFill>
          <p:spPr>
            <a:xfrm>
              <a:off x="6065298" y="914204"/>
              <a:ext cx="5085029" cy="327596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1E88E39-5611-0A48-B74D-DD1D03A2E43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t="-21" b="5365"/>
            <a:stretch>
              <a:fillRect/>
            </a:stretch>
          </p:blipFill>
          <p:spPr>
            <a:xfrm>
              <a:off x="6689443" y="1041949"/>
              <a:ext cx="4413618" cy="2771226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8E0E634-800F-ED1D-2A5C-2169FE4D7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7044"/>
            <a:ext cx="11295993" cy="685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E8109D7C-37D4-1B2A-26D1-B0667A2435E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0" y="2419913"/>
            <a:ext cx="6649656" cy="4075713"/>
          </a:xfrm>
          <a:prstGeom prst="rect">
            <a:avLst/>
          </a:prstGeom>
        </p:spPr>
        <p:txBody>
          <a:bodyPr lIns="0" tIns="0" rIns="0" bIns="0"/>
          <a:lstStyle>
            <a:lvl1pPr marL="274320" indent="-274320">
              <a:buClr>
                <a:schemeClr val="accent2"/>
              </a:buClr>
              <a:buSzPct val="115000"/>
              <a:buFontTx/>
              <a:buBlip>
                <a:blip r:embed="rId4"/>
              </a:buBlip>
              <a:defRPr kern="0" baseline="0">
                <a:solidFill>
                  <a:schemeClr val="tx1"/>
                </a:solidFill>
              </a:defRPr>
            </a:lvl1pPr>
            <a:lvl2pPr marL="365760" indent="-18288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2pPr>
            <a:lvl3pPr marL="50292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3pPr>
            <a:lvl4pPr marL="68580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4pPr>
            <a:lvl5pPr marL="777240" indent="-137160">
              <a:buClr>
                <a:schemeClr val="accent2"/>
              </a:buClr>
              <a:buFont typeface="System Font Regular"/>
              <a:buChar char="▫"/>
              <a:defRPr kern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87C9FD-87F4-3DB0-ADA4-8B56BC219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3864" y="6613946"/>
            <a:ext cx="603109" cy="201936"/>
          </a:xfrm>
          <a:prstGeom prst="rect">
            <a:avLst/>
          </a:prstGeom>
        </p:spPr>
        <p:txBody>
          <a:bodyPr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fld id="{C0B593D6-B212-C744-B293-4C5C60D5655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47CB4DA4-2CAD-699C-21DD-EBAA2507B7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1089432"/>
            <a:ext cx="11277600" cy="492037"/>
          </a:xfrm>
          <a:prstGeom prst="rect">
            <a:avLst/>
          </a:prstGeom>
        </p:spPr>
        <p:txBody>
          <a:bodyPr lIns="0" tIns="0" rIns="0" anchor="t"/>
          <a:lstStyle>
            <a:lvl1pPr marL="0" indent="0">
              <a:buFontTx/>
              <a:buNone/>
              <a:defRPr sz="1800" b="1" kern="0" baseline="0">
                <a:solidFill>
                  <a:schemeClr val="accent6"/>
                </a:solidFill>
              </a:defRPr>
            </a:lvl1pPr>
            <a:lvl2pPr marL="320040" indent="0">
              <a:buFontTx/>
              <a:buNone/>
              <a:defRPr/>
            </a:lvl2pPr>
            <a:lvl3pPr marL="594360" indent="0">
              <a:buFontTx/>
              <a:buNone/>
              <a:defRPr/>
            </a:lvl3pPr>
            <a:lvl4pPr marL="868680" indent="0">
              <a:buFontTx/>
              <a:buNone/>
              <a:defRPr/>
            </a:lvl4pPr>
            <a:lvl5pPr marL="109728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 descr="A pixelated letter b and a green and orange letter&#10;&#10;Description automatically generated with medium confidence">
            <a:extLst>
              <a:ext uri="{FF2B5EF4-FFF2-40B4-BE49-F238E27FC236}">
                <a16:creationId xmlns:a16="http://schemas.microsoft.com/office/drawing/2014/main" id="{FABDE6FD-868E-AF8E-4B72-251913CC7BD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24248" y="6276811"/>
            <a:ext cx="1076961" cy="337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4353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le Conditions / 2-Line Title /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314970F-9A35-6E6F-7056-55237402EEC9}"/>
              </a:ext>
            </a:extLst>
          </p:cNvPr>
          <p:cNvSpPr/>
          <p:nvPr userDrawn="1"/>
        </p:nvSpPr>
        <p:spPr>
          <a:xfrm>
            <a:off x="0" y="2197101"/>
            <a:ext cx="12192000" cy="4660899"/>
          </a:xfrm>
          <a:prstGeom prst="rect">
            <a:avLst/>
          </a:prstGeom>
          <a:gradFill>
            <a:gsLst>
              <a:gs pos="0">
                <a:srgbClr val="FFFFFF"/>
              </a:gs>
              <a:gs pos="15000">
                <a:srgbClr val="FFFFFF">
                  <a:lumMod val="95000"/>
                </a:srgbClr>
              </a:gs>
              <a:gs pos="100000">
                <a:srgbClr val="CACACA">
                  <a:lumMod val="40000"/>
                  <a:lumOff val="60000"/>
                </a:srgbClr>
              </a:gs>
            </a:gsLst>
            <a:lin ang="16200000" scaled="0"/>
          </a:gradFill>
          <a:ln w="12700" cap="flat" cmpd="sng" algn="ctr">
            <a:noFill/>
            <a:prstDash val="solid"/>
            <a:miter lim="800000"/>
          </a:ln>
          <a:effectLst>
            <a:innerShdw blurRad="63500" dist="50800" dir="16200000">
              <a:prstClr val="black">
                <a:alpha val="20348"/>
              </a:prstClr>
            </a:inn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8B91F41-2850-B356-6F77-5CEB38F17A12}"/>
              </a:ext>
            </a:extLst>
          </p:cNvPr>
          <p:cNvGrpSpPr/>
          <p:nvPr userDrawn="1"/>
        </p:nvGrpSpPr>
        <p:grpSpPr>
          <a:xfrm>
            <a:off x="6859139" y="1679935"/>
            <a:ext cx="5351253" cy="3447475"/>
            <a:chOff x="6065298" y="914204"/>
            <a:chExt cx="5085029" cy="3275963"/>
          </a:xfrm>
        </p:grpSpPr>
        <p:pic>
          <p:nvPicPr>
            <p:cNvPr id="12" name="Content Placeholder 12">
              <a:extLst>
                <a:ext uri="{FF2B5EF4-FFF2-40B4-BE49-F238E27FC236}">
                  <a16:creationId xmlns:a16="http://schemas.microsoft.com/office/drawing/2014/main" id="{E69885B1-ED4E-5D61-1872-884EF1074B3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-547" t="1" r="9793" b="-1900"/>
            <a:stretch>
              <a:fillRect/>
            </a:stretch>
          </p:blipFill>
          <p:spPr>
            <a:xfrm>
              <a:off x="6065298" y="914204"/>
              <a:ext cx="5085029" cy="327596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1E88E39-5611-0A48-B74D-DD1D03A2E43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t="-21" b="5365"/>
            <a:stretch>
              <a:fillRect/>
            </a:stretch>
          </p:blipFill>
          <p:spPr>
            <a:xfrm>
              <a:off x="6689443" y="1041949"/>
              <a:ext cx="4413618" cy="2771226"/>
            </a:xfrm>
            <a:prstGeom prst="rect">
              <a:avLst/>
            </a:prstGeom>
          </p:spPr>
        </p:pic>
      </p:grp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E8109D7C-37D4-1B2A-26D1-B0667A2435E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0" y="2419913"/>
            <a:ext cx="6649656" cy="4075713"/>
          </a:xfrm>
          <a:prstGeom prst="rect">
            <a:avLst/>
          </a:prstGeom>
        </p:spPr>
        <p:txBody>
          <a:bodyPr lIns="0" tIns="0" rIns="0" bIns="0"/>
          <a:lstStyle>
            <a:lvl1pPr marL="274320" indent="-274320">
              <a:buClr>
                <a:schemeClr val="accent2"/>
              </a:buClr>
              <a:buSzPct val="115000"/>
              <a:buFontTx/>
              <a:buBlip>
                <a:blip r:embed="rId4"/>
              </a:buBlip>
              <a:defRPr kern="0" baseline="0">
                <a:solidFill>
                  <a:schemeClr val="tx1"/>
                </a:solidFill>
              </a:defRPr>
            </a:lvl1pPr>
            <a:lvl2pPr marL="365760" indent="-18288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2pPr>
            <a:lvl3pPr marL="50292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3pPr>
            <a:lvl4pPr marL="685800">
              <a:buClr>
                <a:schemeClr val="accent2"/>
              </a:buClr>
              <a:defRPr kern="0" baseline="0">
                <a:solidFill>
                  <a:schemeClr val="tx1"/>
                </a:solidFill>
              </a:defRPr>
            </a:lvl4pPr>
            <a:lvl5pPr marL="777240" indent="-137160">
              <a:buClr>
                <a:schemeClr val="accent2"/>
              </a:buClr>
              <a:buFont typeface="System Font Regular"/>
              <a:buChar char="▫"/>
              <a:defRPr kern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87C9FD-87F4-3DB0-ADA4-8B56BC219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3864" y="6613946"/>
            <a:ext cx="603109" cy="201936"/>
          </a:xfrm>
          <a:prstGeom prst="rect">
            <a:avLst/>
          </a:prstGeom>
        </p:spPr>
        <p:txBody>
          <a:bodyPr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fld id="{C0B593D6-B212-C744-B293-4C5C60D5655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47CB4DA4-2CAD-699C-21DD-EBAA2507B7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1494236"/>
            <a:ext cx="11277600" cy="492037"/>
          </a:xfrm>
          <a:prstGeom prst="rect">
            <a:avLst/>
          </a:prstGeom>
        </p:spPr>
        <p:txBody>
          <a:bodyPr lIns="0" tIns="0" rIns="0" anchor="t"/>
          <a:lstStyle>
            <a:lvl1pPr marL="0" indent="0">
              <a:buFontTx/>
              <a:buNone/>
              <a:defRPr sz="1800" b="1" kern="0" baseline="0">
                <a:solidFill>
                  <a:schemeClr val="accent6"/>
                </a:solidFill>
              </a:defRPr>
            </a:lvl1pPr>
            <a:lvl2pPr marL="320040" indent="0">
              <a:buFontTx/>
              <a:buNone/>
              <a:defRPr/>
            </a:lvl2pPr>
            <a:lvl3pPr marL="594360" indent="0">
              <a:buFontTx/>
              <a:buNone/>
              <a:defRPr/>
            </a:lvl3pPr>
            <a:lvl4pPr marL="868680" indent="0">
              <a:buFontTx/>
              <a:buNone/>
              <a:defRPr/>
            </a:lvl4pPr>
            <a:lvl5pPr marL="109728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 descr="A pixelated letter b and a green and orange letter&#10;&#10;Description automatically generated with medium confidence">
            <a:extLst>
              <a:ext uri="{FF2B5EF4-FFF2-40B4-BE49-F238E27FC236}">
                <a16:creationId xmlns:a16="http://schemas.microsoft.com/office/drawing/2014/main" id="{8D8FA8CD-7B4F-2FEE-0A0F-E40E6DCB2DC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24248" y="6276811"/>
            <a:ext cx="1076961" cy="337135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1605FE7B-4A1F-9DF9-B410-567AAEB645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67044"/>
            <a:ext cx="11295993" cy="458023"/>
          </a:xfrm>
        </p:spPr>
        <p:txBody>
          <a:bodyPr>
            <a:noAutofit/>
          </a:bodyPr>
          <a:lstStyle>
            <a:lvl1pPr>
              <a:defRPr sz="3000" b="1"/>
            </a:lvl1pPr>
          </a:lstStyle>
          <a:p>
            <a:r>
              <a:rPr lang="en-US"/>
              <a:t>Click to edit Master title line one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E616CDFC-D8A6-126C-34B0-2ADCEC6DA1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925068"/>
            <a:ext cx="11295993" cy="379624"/>
          </a:xfrm>
        </p:spPr>
        <p:txBody>
          <a:bodyPr>
            <a:noAutofit/>
          </a:bodyPr>
          <a:lstStyle>
            <a:lvl1pPr>
              <a:buNone/>
              <a:defRPr sz="3000" b="0">
                <a:solidFill>
                  <a:schemeClr val="accent6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title line two</a:t>
            </a:r>
          </a:p>
        </p:txBody>
      </p:sp>
    </p:spTree>
    <p:extLst>
      <p:ext uri="{BB962C8B-B14F-4D97-AF65-F5344CB8AC3E}">
        <p14:creationId xmlns:p14="http://schemas.microsoft.com/office/powerpoint/2010/main" val="284255897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/ Body / Low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7136C93-9C77-25D9-0AF7-EF408839E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4457"/>
            <a:ext cx="11277600" cy="685800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EB507DC-86F8-3812-6EC2-E6314DAAB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11066"/>
            <a:ext cx="11277599" cy="288840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D2270508-11B4-0EBE-CC8E-5E41390C08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4199468"/>
            <a:ext cx="12192000" cy="2658533"/>
          </a:xfrm>
          <a:custGeom>
            <a:avLst/>
            <a:gdLst>
              <a:gd name="csX0" fmla="*/ 12192000 w 12192000"/>
              <a:gd name="csY0" fmla="*/ 0 h 2658533"/>
              <a:gd name="csX1" fmla="*/ 12192000 w 12192000"/>
              <a:gd name="csY1" fmla="*/ 2658533 h 2658533"/>
              <a:gd name="csX2" fmla="*/ 0 w 12192000"/>
              <a:gd name="csY2" fmla="*/ 2658533 h 2658533"/>
              <a:gd name="csX3" fmla="*/ 0 w 12192000"/>
              <a:gd name="csY3" fmla="*/ 1524000 h 26585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2658533">
                <a:moveTo>
                  <a:pt x="12192000" y="0"/>
                </a:moveTo>
                <a:lnTo>
                  <a:pt x="12192000" y="2658533"/>
                </a:lnTo>
                <a:lnTo>
                  <a:pt x="0" y="2658533"/>
                </a:lnTo>
                <a:lnTo>
                  <a:pt x="0" y="1524000"/>
                </a:lnTo>
                <a:close/>
              </a:path>
            </a:pathLst>
          </a:custGeom>
          <a:solidFill>
            <a:schemeClr val="accent2"/>
          </a:solidFill>
          <a:effectLst>
            <a:outerShdw blurRad="50800" dist="38100" dir="16200000" rotWithShape="0">
              <a:prstClr val="black">
                <a:alpha val="20000"/>
              </a:prstClr>
            </a:outerShdw>
          </a:effectLst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FBAF3786-FA87-2734-C5C6-57C3426268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3864" y="6613946"/>
            <a:ext cx="603109" cy="201936"/>
          </a:xfrm>
          <a:prstGeom prst="rect">
            <a:avLst/>
          </a:prstGeom>
        </p:spPr>
        <p:txBody>
          <a:bodyPr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fld id="{C0B593D6-B212-C744-B293-4C5C60D5655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 descr="A pixelated letter b and a green and orange letter&#10;&#10;Description automatically generated with medium confidence">
            <a:extLst>
              <a:ext uri="{FF2B5EF4-FFF2-40B4-BE49-F238E27FC236}">
                <a16:creationId xmlns:a16="http://schemas.microsoft.com/office/drawing/2014/main" id="{9D961939-BDD1-3F51-1B0D-697FA9EE2B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4248" y="6276811"/>
            <a:ext cx="1076961" cy="337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5474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cialty_Title / Body / Sub-Body /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8" descr="A green background with a few circles&#10;&#10;AI-generated content may be incorrect.">
            <a:extLst>
              <a:ext uri="{FF2B5EF4-FFF2-40B4-BE49-F238E27FC236}">
                <a16:creationId xmlns:a16="http://schemas.microsoft.com/office/drawing/2014/main" id="{01A0C6B7-A977-9821-53AE-3B78FFD9D5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" t="550" r="690" b="224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93F8AC4-EE60-90C2-EC91-7F6393206F7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646533" y="-31830"/>
            <a:ext cx="5562806" cy="3917684"/>
          </a:xfrm>
          <a:custGeom>
            <a:avLst/>
            <a:gdLst>
              <a:gd name="csX0" fmla="*/ 0 w 9414773"/>
              <a:gd name="csY0" fmla="*/ 3636433 h 7272866"/>
              <a:gd name="csX1" fmla="*/ 4707387 w 9414773"/>
              <a:gd name="csY1" fmla="*/ 0 h 7272866"/>
              <a:gd name="csX2" fmla="*/ 9414774 w 9414773"/>
              <a:gd name="csY2" fmla="*/ 3636433 h 7272866"/>
              <a:gd name="csX3" fmla="*/ 4707387 w 9414773"/>
              <a:gd name="csY3" fmla="*/ 7272866 h 7272866"/>
              <a:gd name="csX4" fmla="*/ 0 w 9414773"/>
              <a:gd name="csY4" fmla="*/ 3636433 h 7272866"/>
              <a:gd name="csX0" fmla="*/ 3731 w 9418505"/>
              <a:gd name="csY0" fmla="*/ 976650 h 4613083"/>
              <a:gd name="csX1" fmla="*/ 4154526 w 9418505"/>
              <a:gd name="csY1" fmla="*/ 679765 h 4613083"/>
              <a:gd name="csX2" fmla="*/ 9418505 w 9418505"/>
              <a:gd name="csY2" fmla="*/ 976650 h 4613083"/>
              <a:gd name="csX3" fmla="*/ 4711118 w 9418505"/>
              <a:gd name="csY3" fmla="*/ 4613083 h 4613083"/>
              <a:gd name="csX4" fmla="*/ 3731 w 9418505"/>
              <a:gd name="csY4" fmla="*/ 976650 h 4613083"/>
              <a:gd name="csX0" fmla="*/ 1925 w 5739221"/>
              <a:gd name="csY0" fmla="*/ 499344 h 4220892"/>
              <a:gd name="csX1" fmla="*/ 4152720 w 5739221"/>
              <a:gd name="csY1" fmla="*/ 202459 h 4220892"/>
              <a:gd name="csX2" fmla="*/ 5739221 w 5739221"/>
              <a:gd name="csY2" fmla="*/ 2109483 h 4220892"/>
              <a:gd name="csX3" fmla="*/ 4709312 w 5739221"/>
              <a:gd name="csY3" fmla="*/ 4135777 h 4220892"/>
              <a:gd name="csX4" fmla="*/ 1925 w 5739221"/>
              <a:gd name="csY4" fmla="*/ 499344 h 4220892"/>
              <a:gd name="csX0" fmla="*/ 6195 w 5743491"/>
              <a:gd name="csY0" fmla="*/ 470451 h 3735084"/>
              <a:gd name="csX1" fmla="*/ 4156990 w 5743491"/>
              <a:gd name="csY1" fmla="*/ 173566 h 3735084"/>
              <a:gd name="csX2" fmla="*/ 5743491 w 5743491"/>
              <a:gd name="csY2" fmla="*/ 2080590 h 3735084"/>
              <a:gd name="csX3" fmla="*/ 3282347 w 5743491"/>
              <a:gd name="csY3" fmla="*/ 3550292 h 3735084"/>
              <a:gd name="csX4" fmla="*/ 6195 w 5743491"/>
              <a:gd name="csY4" fmla="*/ 470451 h 3735084"/>
              <a:gd name="csX0" fmla="*/ 6098 w 5847449"/>
              <a:gd name="csY0" fmla="*/ 470451 h 4184021"/>
              <a:gd name="csX1" fmla="*/ 4156893 w 5847449"/>
              <a:gd name="csY1" fmla="*/ 173566 h 4184021"/>
              <a:gd name="csX2" fmla="*/ 5743394 w 5847449"/>
              <a:gd name="csY2" fmla="*/ 2080590 h 4184021"/>
              <a:gd name="csX3" fmla="*/ 5490653 w 5847449"/>
              <a:gd name="csY3" fmla="*/ 4075910 h 4184021"/>
              <a:gd name="csX4" fmla="*/ 3282250 w 5847449"/>
              <a:gd name="csY4" fmla="*/ 3550292 h 4184021"/>
              <a:gd name="csX5" fmla="*/ 6098 w 5847449"/>
              <a:gd name="csY5" fmla="*/ 470451 h 4184021"/>
              <a:gd name="csX0" fmla="*/ 50074 w 5891425"/>
              <a:gd name="csY0" fmla="*/ 437455 h 4084003"/>
              <a:gd name="csX1" fmla="*/ 4200869 w 5891425"/>
              <a:gd name="csY1" fmla="*/ 140570 h 4084003"/>
              <a:gd name="csX2" fmla="*/ 5787370 w 5891425"/>
              <a:gd name="csY2" fmla="*/ 2047594 h 4084003"/>
              <a:gd name="csX3" fmla="*/ 5534629 w 5891425"/>
              <a:gd name="csY3" fmla="*/ 4042914 h 4084003"/>
              <a:gd name="csX4" fmla="*/ 2133530 w 5891425"/>
              <a:gd name="csY4" fmla="*/ 2781800 h 4084003"/>
              <a:gd name="csX5" fmla="*/ 50074 w 5891425"/>
              <a:gd name="csY5" fmla="*/ 437455 h 4084003"/>
              <a:gd name="csX0" fmla="*/ 49512 w 5915411"/>
              <a:gd name="csY0" fmla="*/ 331602 h 4169532"/>
              <a:gd name="csX1" fmla="*/ 4224855 w 5915411"/>
              <a:gd name="csY1" fmla="*/ 224961 h 4169532"/>
              <a:gd name="csX2" fmla="*/ 5811356 w 5915411"/>
              <a:gd name="csY2" fmla="*/ 2131985 h 4169532"/>
              <a:gd name="csX3" fmla="*/ 5558615 w 5915411"/>
              <a:gd name="csY3" fmla="*/ 4127305 h 4169532"/>
              <a:gd name="csX4" fmla="*/ 2157516 w 5915411"/>
              <a:gd name="csY4" fmla="*/ 2866191 h 4169532"/>
              <a:gd name="csX5" fmla="*/ 49512 w 5915411"/>
              <a:gd name="csY5" fmla="*/ 331602 h 4169532"/>
              <a:gd name="csX0" fmla="*/ 53319 w 5919218"/>
              <a:gd name="csY0" fmla="*/ 334886 h 4175049"/>
              <a:gd name="csX1" fmla="*/ 4228662 w 5919218"/>
              <a:gd name="csY1" fmla="*/ 228245 h 4175049"/>
              <a:gd name="csX2" fmla="*/ 5815163 w 5919218"/>
              <a:gd name="csY2" fmla="*/ 2135269 h 4175049"/>
              <a:gd name="csX3" fmla="*/ 5562422 w 5919218"/>
              <a:gd name="csY3" fmla="*/ 4130589 h 4175049"/>
              <a:gd name="csX4" fmla="*/ 2106091 w 5919218"/>
              <a:gd name="csY4" fmla="*/ 2924707 h 4175049"/>
              <a:gd name="csX5" fmla="*/ 53319 w 5919218"/>
              <a:gd name="csY5" fmla="*/ 334886 h 4175049"/>
              <a:gd name="csX0" fmla="*/ 62914 w 5928813"/>
              <a:gd name="csY0" fmla="*/ 334886 h 4187865"/>
              <a:gd name="csX1" fmla="*/ 4238257 w 5928813"/>
              <a:gd name="csY1" fmla="*/ 228245 h 4187865"/>
              <a:gd name="csX2" fmla="*/ 5824758 w 5928813"/>
              <a:gd name="csY2" fmla="*/ 2135269 h 4187865"/>
              <a:gd name="csX3" fmla="*/ 5572017 w 5928813"/>
              <a:gd name="csY3" fmla="*/ 4130589 h 4187865"/>
              <a:gd name="csX4" fmla="*/ 2115686 w 5928813"/>
              <a:gd name="csY4" fmla="*/ 2924707 h 4187865"/>
              <a:gd name="csX5" fmla="*/ 62914 w 5928813"/>
              <a:gd name="csY5" fmla="*/ 334886 h 4187865"/>
              <a:gd name="csX0" fmla="*/ 59100 w 5924999"/>
              <a:gd name="csY0" fmla="*/ 334886 h 4187865"/>
              <a:gd name="csX1" fmla="*/ 4234443 w 5924999"/>
              <a:gd name="csY1" fmla="*/ 228245 h 4187865"/>
              <a:gd name="csX2" fmla="*/ 5820944 w 5924999"/>
              <a:gd name="csY2" fmla="*/ 2135269 h 4187865"/>
              <a:gd name="csX3" fmla="*/ 5568203 w 5924999"/>
              <a:gd name="csY3" fmla="*/ 4130589 h 4187865"/>
              <a:gd name="csX4" fmla="*/ 2111872 w 5924999"/>
              <a:gd name="csY4" fmla="*/ 2924707 h 4187865"/>
              <a:gd name="csX5" fmla="*/ 59100 w 5924999"/>
              <a:gd name="csY5" fmla="*/ 334886 h 4187865"/>
              <a:gd name="csX0" fmla="*/ 15479 w 5881378"/>
              <a:gd name="csY0" fmla="*/ 206791 h 4059770"/>
              <a:gd name="csX1" fmla="*/ 1289946 w 5881378"/>
              <a:gd name="csY1" fmla="*/ 260978 h 4059770"/>
              <a:gd name="csX2" fmla="*/ 4190822 w 5881378"/>
              <a:gd name="csY2" fmla="*/ 100150 h 4059770"/>
              <a:gd name="csX3" fmla="*/ 5777323 w 5881378"/>
              <a:gd name="csY3" fmla="*/ 2007174 h 4059770"/>
              <a:gd name="csX4" fmla="*/ 5524582 w 5881378"/>
              <a:gd name="csY4" fmla="*/ 4002494 h 4059770"/>
              <a:gd name="csX5" fmla="*/ 2068251 w 5881378"/>
              <a:gd name="csY5" fmla="*/ 2796612 h 4059770"/>
              <a:gd name="csX6" fmla="*/ 15479 w 5881378"/>
              <a:gd name="csY6" fmla="*/ 206791 h 4059770"/>
              <a:gd name="csX0" fmla="*/ 14722 w 5923580"/>
              <a:gd name="csY0" fmla="*/ 292708 h 4046380"/>
              <a:gd name="csX1" fmla="*/ 1332148 w 5923580"/>
              <a:gd name="csY1" fmla="*/ 260978 h 4046380"/>
              <a:gd name="csX2" fmla="*/ 4233024 w 5923580"/>
              <a:gd name="csY2" fmla="*/ 100150 h 4046380"/>
              <a:gd name="csX3" fmla="*/ 5819525 w 5923580"/>
              <a:gd name="csY3" fmla="*/ 2007174 h 4046380"/>
              <a:gd name="csX4" fmla="*/ 5566784 w 5923580"/>
              <a:gd name="csY4" fmla="*/ 4002494 h 4046380"/>
              <a:gd name="csX5" fmla="*/ 2110453 w 5923580"/>
              <a:gd name="csY5" fmla="*/ 2796612 h 4046380"/>
              <a:gd name="csX6" fmla="*/ 14722 w 5923580"/>
              <a:gd name="csY6" fmla="*/ 292708 h 4046380"/>
              <a:gd name="csX0" fmla="*/ 26848 w 5935706"/>
              <a:gd name="csY0" fmla="*/ 304006 h 4057678"/>
              <a:gd name="csX1" fmla="*/ 1344274 w 5935706"/>
              <a:gd name="csY1" fmla="*/ 272276 h 4057678"/>
              <a:gd name="csX2" fmla="*/ 4245150 w 5935706"/>
              <a:gd name="csY2" fmla="*/ 111448 h 4057678"/>
              <a:gd name="csX3" fmla="*/ 5831651 w 5935706"/>
              <a:gd name="csY3" fmla="*/ 2018472 h 4057678"/>
              <a:gd name="csX4" fmla="*/ 5578910 w 5935706"/>
              <a:gd name="csY4" fmla="*/ 4013792 h 4057678"/>
              <a:gd name="csX5" fmla="*/ 2122579 w 5935706"/>
              <a:gd name="csY5" fmla="*/ 2807910 h 4057678"/>
              <a:gd name="csX6" fmla="*/ 26848 w 5935706"/>
              <a:gd name="csY6" fmla="*/ 304006 h 4057678"/>
              <a:gd name="csX0" fmla="*/ 207065 w 6115923"/>
              <a:gd name="csY0" fmla="*/ 292708 h 4046380"/>
              <a:gd name="csX1" fmla="*/ 1524491 w 6115923"/>
              <a:gd name="csY1" fmla="*/ 260978 h 4046380"/>
              <a:gd name="csX2" fmla="*/ 4425367 w 6115923"/>
              <a:gd name="csY2" fmla="*/ 100150 h 4046380"/>
              <a:gd name="csX3" fmla="*/ 6011868 w 6115923"/>
              <a:gd name="csY3" fmla="*/ 2007174 h 4046380"/>
              <a:gd name="csX4" fmla="*/ 5759127 w 6115923"/>
              <a:gd name="csY4" fmla="*/ 4002494 h 4046380"/>
              <a:gd name="csX5" fmla="*/ 2302796 w 6115923"/>
              <a:gd name="csY5" fmla="*/ 2796612 h 4046380"/>
              <a:gd name="csX6" fmla="*/ 207065 w 6115923"/>
              <a:gd name="csY6" fmla="*/ 292708 h 4046380"/>
              <a:gd name="csX0" fmla="*/ 221669 w 5915735"/>
              <a:gd name="csY0" fmla="*/ 262023 h 4046584"/>
              <a:gd name="csX1" fmla="*/ 1324303 w 5915735"/>
              <a:gd name="csY1" fmla="*/ 260978 h 4046584"/>
              <a:gd name="csX2" fmla="*/ 4225179 w 5915735"/>
              <a:gd name="csY2" fmla="*/ 100150 h 4046584"/>
              <a:gd name="csX3" fmla="*/ 5811680 w 5915735"/>
              <a:gd name="csY3" fmla="*/ 2007174 h 4046584"/>
              <a:gd name="csX4" fmla="*/ 5558939 w 5915735"/>
              <a:gd name="csY4" fmla="*/ 4002494 h 4046584"/>
              <a:gd name="csX5" fmla="*/ 2102608 w 5915735"/>
              <a:gd name="csY5" fmla="*/ 2796612 h 4046584"/>
              <a:gd name="csX6" fmla="*/ 221669 w 5915735"/>
              <a:gd name="csY6" fmla="*/ 262023 h 4046584"/>
              <a:gd name="csX0" fmla="*/ 27504 w 5721570"/>
              <a:gd name="csY0" fmla="*/ 262023 h 4046584"/>
              <a:gd name="csX1" fmla="*/ 1130138 w 5721570"/>
              <a:gd name="csY1" fmla="*/ 260978 h 4046584"/>
              <a:gd name="csX2" fmla="*/ 4031014 w 5721570"/>
              <a:gd name="csY2" fmla="*/ 100150 h 4046584"/>
              <a:gd name="csX3" fmla="*/ 5617515 w 5721570"/>
              <a:gd name="csY3" fmla="*/ 2007174 h 4046584"/>
              <a:gd name="csX4" fmla="*/ 5364774 w 5721570"/>
              <a:gd name="csY4" fmla="*/ 4002494 h 4046584"/>
              <a:gd name="csX5" fmla="*/ 1908443 w 5721570"/>
              <a:gd name="csY5" fmla="*/ 2796612 h 4046584"/>
              <a:gd name="csX6" fmla="*/ 27504 w 5721570"/>
              <a:gd name="csY6" fmla="*/ 262023 h 4046584"/>
              <a:gd name="csX0" fmla="*/ 24731 w 5909041"/>
              <a:gd name="csY0" fmla="*/ 268160 h 4046543"/>
              <a:gd name="csX1" fmla="*/ 1317609 w 5909041"/>
              <a:gd name="csY1" fmla="*/ 260978 h 4046543"/>
              <a:gd name="csX2" fmla="*/ 4218485 w 5909041"/>
              <a:gd name="csY2" fmla="*/ 100150 h 4046543"/>
              <a:gd name="csX3" fmla="*/ 5804986 w 5909041"/>
              <a:gd name="csY3" fmla="*/ 2007174 h 4046543"/>
              <a:gd name="csX4" fmla="*/ 5552245 w 5909041"/>
              <a:gd name="csY4" fmla="*/ 4002494 h 4046543"/>
              <a:gd name="csX5" fmla="*/ 2095914 w 5909041"/>
              <a:gd name="csY5" fmla="*/ 2796612 h 4046543"/>
              <a:gd name="csX6" fmla="*/ 24731 w 5909041"/>
              <a:gd name="csY6" fmla="*/ 268160 h 4046543"/>
              <a:gd name="csX0" fmla="*/ 29620 w 5913930"/>
              <a:gd name="csY0" fmla="*/ 268160 h 4049948"/>
              <a:gd name="csX1" fmla="*/ 1322498 w 5913930"/>
              <a:gd name="csY1" fmla="*/ 260978 h 4049948"/>
              <a:gd name="csX2" fmla="*/ 4223374 w 5913930"/>
              <a:gd name="csY2" fmla="*/ 100150 h 4049948"/>
              <a:gd name="csX3" fmla="*/ 5809875 w 5913930"/>
              <a:gd name="csY3" fmla="*/ 2007174 h 4049948"/>
              <a:gd name="csX4" fmla="*/ 5557134 w 5913930"/>
              <a:gd name="csY4" fmla="*/ 4002494 h 4049948"/>
              <a:gd name="csX5" fmla="*/ 2100803 w 5913930"/>
              <a:gd name="csY5" fmla="*/ 2796612 h 4049948"/>
              <a:gd name="csX6" fmla="*/ 29620 w 5913930"/>
              <a:gd name="csY6" fmla="*/ 268160 h 4049948"/>
              <a:gd name="csX0" fmla="*/ 30851 w 5915161"/>
              <a:gd name="csY0" fmla="*/ 268160 h 4060691"/>
              <a:gd name="csX1" fmla="*/ 1323729 w 5915161"/>
              <a:gd name="csY1" fmla="*/ 260978 h 4060691"/>
              <a:gd name="csX2" fmla="*/ 4224605 w 5915161"/>
              <a:gd name="csY2" fmla="*/ 100150 h 4060691"/>
              <a:gd name="csX3" fmla="*/ 5811106 w 5915161"/>
              <a:gd name="csY3" fmla="*/ 2007174 h 4060691"/>
              <a:gd name="csX4" fmla="*/ 5558365 w 5915161"/>
              <a:gd name="csY4" fmla="*/ 4002494 h 4060691"/>
              <a:gd name="csX5" fmla="*/ 2102034 w 5915161"/>
              <a:gd name="csY5" fmla="*/ 2796612 h 4060691"/>
              <a:gd name="csX6" fmla="*/ 30851 w 5915161"/>
              <a:gd name="csY6" fmla="*/ 268160 h 4060691"/>
              <a:gd name="csX0" fmla="*/ 30851 w 5915161"/>
              <a:gd name="csY0" fmla="*/ 137045 h 3929576"/>
              <a:gd name="csX1" fmla="*/ 1323729 w 5915161"/>
              <a:gd name="csY1" fmla="*/ 129863 h 3929576"/>
              <a:gd name="csX2" fmla="*/ 3242699 w 5915161"/>
              <a:gd name="csY2" fmla="*/ 134732 h 3929576"/>
              <a:gd name="csX3" fmla="*/ 5811106 w 5915161"/>
              <a:gd name="csY3" fmla="*/ 1876059 h 3929576"/>
              <a:gd name="csX4" fmla="*/ 5558365 w 5915161"/>
              <a:gd name="csY4" fmla="*/ 3871379 h 3929576"/>
              <a:gd name="csX5" fmla="*/ 2102034 w 5915161"/>
              <a:gd name="csY5" fmla="*/ 2665497 h 3929576"/>
              <a:gd name="csX6" fmla="*/ 30851 w 5915161"/>
              <a:gd name="csY6" fmla="*/ 137045 h 3929576"/>
              <a:gd name="csX0" fmla="*/ 30851 w 5915161"/>
              <a:gd name="csY0" fmla="*/ 11985 h 3804516"/>
              <a:gd name="csX1" fmla="*/ 1323729 w 5915161"/>
              <a:gd name="csY1" fmla="*/ 4803 h 3804516"/>
              <a:gd name="csX2" fmla="*/ 3242699 w 5915161"/>
              <a:gd name="csY2" fmla="*/ 9672 h 3804516"/>
              <a:gd name="csX3" fmla="*/ 5811106 w 5915161"/>
              <a:gd name="csY3" fmla="*/ 1750999 h 3804516"/>
              <a:gd name="csX4" fmla="*/ 5558365 w 5915161"/>
              <a:gd name="csY4" fmla="*/ 3746319 h 3804516"/>
              <a:gd name="csX5" fmla="*/ 2102034 w 5915161"/>
              <a:gd name="csY5" fmla="*/ 2540437 h 3804516"/>
              <a:gd name="csX6" fmla="*/ 30851 w 5915161"/>
              <a:gd name="csY6" fmla="*/ 11985 h 3804516"/>
              <a:gd name="csX0" fmla="*/ 30851 w 5752503"/>
              <a:gd name="csY0" fmla="*/ 93040 h 3885571"/>
              <a:gd name="csX1" fmla="*/ 1323729 w 5752503"/>
              <a:gd name="csY1" fmla="*/ 85858 h 3885571"/>
              <a:gd name="csX2" fmla="*/ 3242699 w 5752503"/>
              <a:gd name="csY2" fmla="*/ 90727 h 3885571"/>
              <a:gd name="csX3" fmla="*/ 5455165 w 5752503"/>
              <a:gd name="csY3" fmla="*/ 1236774 h 3885571"/>
              <a:gd name="csX4" fmla="*/ 5558365 w 5752503"/>
              <a:gd name="csY4" fmla="*/ 3827374 h 3885571"/>
              <a:gd name="csX5" fmla="*/ 2102034 w 5752503"/>
              <a:gd name="csY5" fmla="*/ 2621492 h 3885571"/>
              <a:gd name="csX6" fmla="*/ 30851 w 5752503"/>
              <a:gd name="csY6" fmla="*/ 93040 h 3885571"/>
              <a:gd name="csX0" fmla="*/ 30851 w 5752329"/>
              <a:gd name="csY0" fmla="*/ 59338 h 3851869"/>
              <a:gd name="csX1" fmla="*/ 1323729 w 5752329"/>
              <a:gd name="csY1" fmla="*/ 52156 h 3851869"/>
              <a:gd name="csX2" fmla="*/ 3242699 w 5752329"/>
              <a:gd name="csY2" fmla="*/ 57025 h 3851869"/>
              <a:gd name="csX3" fmla="*/ 4122163 w 5752329"/>
              <a:gd name="csY3" fmla="*/ 745626 h 3851869"/>
              <a:gd name="csX4" fmla="*/ 5455165 w 5752329"/>
              <a:gd name="csY4" fmla="*/ 1203072 h 3851869"/>
              <a:gd name="csX5" fmla="*/ 5558365 w 5752329"/>
              <a:gd name="csY5" fmla="*/ 3793672 h 3851869"/>
              <a:gd name="csX6" fmla="*/ 2102034 w 5752329"/>
              <a:gd name="csY6" fmla="*/ 2587790 h 3851869"/>
              <a:gd name="csX7" fmla="*/ 30851 w 5752329"/>
              <a:gd name="csY7" fmla="*/ 59338 h 3851869"/>
              <a:gd name="csX0" fmla="*/ 30851 w 5752329"/>
              <a:gd name="csY0" fmla="*/ 15958 h 3808489"/>
              <a:gd name="csX1" fmla="*/ 1323729 w 5752329"/>
              <a:gd name="csY1" fmla="*/ 8776 h 3808489"/>
              <a:gd name="csX2" fmla="*/ 3242699 w 5752329"/>
              <a:gd name="csY2" fmla="*/ 105699 h 3808489"/>
              <a:gd name="csX3" fmla="*/ 4122163 w 5752329"/>
              <a:gd name="csY3" fmla="*/ 702246 h 3808489"/>
              <a:gd name="csX4" fmla="*/ 5455165 w 5752329"/>
              <a:gd name="csY4" fmla="*/ 1159692 h 3808489"/>
              <a:gd name="csX5" fmla="*/ 5558365 w 5752329"/>
              <a:gd name="csY5" fmla="*/ 3750292 h 3808489"/>
              <a:gd name="csX6" fmla="*/ 2102034 w 5752329"/>
              <a:gd name="csY6" fmla="*/ 2544410 h 3808489"/>
              <a:gd name="csX7" fmla="*/ 30851 w 5752329"/>
              <a:gd name="csY7" fmla="*/ 15958 h 3808489"/>
              <a:gd name="csX0" fmla="*/ 30851 w 5752329"/>
              <a:gd name="csY0" fmla="*/ 59337 h 3851868"/>
              <a:gd name="csX1" fmla="*/ 1323729 w 5752329"/>
              <a:gd name="csY1" fmla="*/ 52155 h 3851868"/>
              <a:gd name="csX2" fmla="*/ 3261110 w 5752329"/>
              <a:gd name="csY2" fmla="*/ 57024 h 3851868"/>
              <a:gd name="csX3" fmla="*/ 4122163 w 5752329"/>
              <a:gd name="csY3" fmla="*/ 745625 h 3851868"/>
              <a:gd name="csX4" fmla="*/ 5455165 w 5752329"/>
              <a:gd name="csY4" fmla="*/ 1203071 h 3851868"/>
              <a:gd name="csX5" fmla="*/ 5558365 w 5752329"/>
              <a:gd name="csY5" fmla="*/ 3793671 h 3851868"/>
              <a:gd name="csX6" fmla="*/ 2102034 w 5752329"/>
              <a:gd name="csY6" fmla="*/ 2587789 h 3851868"/>
              <a:gd name="csX7" fmla="*/ 30851 w 5752329"/>
              <a:gd name="csY7" fmla="*/ 59337 h 3851868"/>
              <a:gd name="csX0" fmla="*/ 30851 w 5752329"/>
              <a:gd name="csY0" fmla="*/ 108210 h 3900741"/>
              <a:gd name="csX1" fmla="*/ 1323729 w 5752329"/>
              <a:gd name="csY1" fmla="*/ 101028 h 3900741"/>
              <a:gd name="csX2" fmla="*/ 3261110 w 5752329"/>
              <a:gd name="csY2" fmla="*/ 105897 h 3900741"/>
              <a:gd name="csX3" fmla="*/ 4122163 w 5752329"/>
              <a:gd name="csY3" fmla="*/ 794498 h 3900741"/>
              <a:gd name="csX4" fmla="*/ 5455165 w 5752329"/>
              <a:gd name="csY4" fmla="*/ 1251944 h 3900741"/>
              <a:gd name="csX5" fmla="*/ 5558365 w 5752329"/>
              <a:gd name="csY5" fmla="*/ 3842544 h 3900741"/>
              <a:gd name="csX6" fmla="*/ 2102034 w 5752329"/>
              <a:gd name="csY6" fmla="*/ 2636662 h 3900741"/>
              <a:gd name="csX7" fmla="*/ 30851 w 5752329"/>
              <a:gd name="csY7" fmla="*/ 108210 h 3900741"/>
              <a:gd name="csX0" fmla="*/ 30851 w 5752329"/>
              <a:gd name="csY0" fmla="*/ 30007 h 3822538"/>
              <a:gd name="csX1" fmla="*/ 1323729 w 5752329"/>
              <a:gd name="csY1" fmla="*/ 22825 h 3822538"/>
              <a:gd name="csX2" fmla="*/ 3261110 w 5752329"/>
              <a:gd name="csY2" fmla="*/ 27694 h 3822538"/>
              <a:gd name="csX3" fmla="*/ 4122163 w 5752329"/>
              <a:gd name="csY3" fmla="*/ 716295 h 3822538"/>
              <a:gd name="csX4" fmla="*/ 5455165 w 5752329"/>
              <a:gd name="csY4" fmla="*/ 1173741 h 3822538"/>
              <a:gd name="csX5" fmla="*/ 5558365 w 5752329"/>
              <a:gd name="csY5" fmla="*/ 3764341 h 3822538"/>
              <a:gd name="csX6" fmla="*/ 2102034 w 5752329"/>
              <a:gd name="csY6" fmla="*/ 2558459 h 3822538"/>
              <a:gd name="csX7" fmla="*/ 30851 w 5752329"/>
              <a:gd name="csY7" fmla="*/ 30007 h 3822538"/>
              <a:gd name="csX0" fmla="*/ 30851 w 5752329"/>
              <a:gd name="csY0" fmla="*/ 30007 h 3822538"/>
              <a:gd name="csX1" fmla="*/ 1323729 w 5752329"/>
              <a:gd name="csY1" fmla="*/ 22825 h 3822538"/>
              <a:gd name="csX2" fmla="*/ 3261110 w 5752329"/>
              <a:gd name="csY2" fmla="*/ 27694 h 3822538"/>
              <a:gd name="csX3" fmla="*/ 4122163 w 5752329"/>
              <a:gd name="csY3" fmla="*/ 716295 h 3822538"/>
              <a:gd name="csX4" fmla="*/ 5455165 w 5752329"/>
              <a:gd name="csY4" fmla="*/ 1173741 h 3822538"/>
              <a:gd name="csX5" fmla="*/ 5558365 w 5752329"/>
              <a:gd name="csY5" fmla="*/ 3764341 h 3822538"/>
              <a:gd name="csX6" fmla="*/ 2102034 w 5752329"/>
              <a:gd name="csY6" fmla="*/ 2558459 h 3822538"/>
              <a:gd name="csX7" fmla="*/ 30851 w 5752329"/>
              <a:gd name="csY7" fmla="*/ 30007 h 3822538"/>
              <a:gd name="csX0" fmla="*/ 24485 w 5678767"/>
              <a:gd name="csY0" fmla="*/ 30007 h 3867703"/>
              <a:gd name="csX1" fmla="*/ 1317363 w 5678767"/>
              <a:gd name="csY1" fmla="*/ 22825 h 3867703"/>
              <a:gd name="csX2" fmla="*/ 3254744 w 5678767"/>
              <a:gd name="csY2" fmla="*/ 27694 h 3867703"/>
              <a:gd name="csX3" fmla="*/ 4115797 w 5678767"/>
              <a:gd name="csY3" fmla="*/ 716295 h 3867703"/>
              <a:gd name="csX4" fmla="*/ 5448799 w 5678767"/>
              <a:gd name="csY4" fmla="*/ 1173741 h 3867703"/>
              <a:gd name="csX5" fmla="*/ 5453809 w 5678767"/>
              <a:gd name="csY5" fmla="*/ 3825710 h 3867703"/>
              <a:gd name="csX6" fmla="*/ 2095668 w 5678767"/>
              <a:gd name="csY6" fmla="*/ 2558459 h 3867703"/>
              <a:gd name="csX7" fmla="*/ 24485 w 5678767"/>
              <a:gd name="csY7" fmla="*/ 30007 h 3867703"/>
              <a:gd name="csX0" fmla="*/ 24485 w 5678767"/>
              <a:gd name="csY0" fmla="*/ 30007 h 3835538"/>
              <a:gd name="csX1" fmla="*/ 1317363 w 5678767"/>
              <a:gd name="csY1" fmla="*/ 22825 h 3835538"/>
              <a:gd name="csX2" fmla="*/ 3254744 w 5678767"/>
              <a:gd name="csY2" fmla="*/ 27694 h 3835538"/>
              <a:gd name="csX3" fmla="*/ 4115797 w 5678767"/>
              <a:gd name="csY3" fmla="*/ 716295 h 3835538"/>
              <a:gd name="csX4" fmla="*/ 5448799 w 5678767"/>
              <a:gd name="csY4" fmla="*/ 1173741 h 3835538"/>
              <a:gd name="csX5" fmla="*/ 5453809 w 5678767"/>
              <a:gd name="csY5" fmla="*/ 3825710 h 3835538"/>
              <a:gd name="csX6" fmla="*/ 2095668 w 5678767"/>
              <a:gd name="csY6" fmla="*/ 2558459 h 3835538"/>
              <a:gd name="csX7" fmla="*/ 24485 w 5678767"/>
              <a:gd name="csY7" fmla="*/ 30007 h 3835538"/>
              <a:gd name="csX0" fmla="*/ 24669 w 5678951"/>
              <a:gd name="csY0" fmla="*/ 30007 h 3837169"/>
              <a:gd name="csX1" fmla="*/ 1317547 w 5678951"/>
              <a:gd name="csY1" fmla="*/ 22825 h 3837169"/>
              <a:gd name="csX2" fmla="*/ 3254928 w 5678951"/>
              <a:gd name="csY2" fmla="*/ 27694 h 3837169"/>
              <a:gd name="csX3" fmla="*/ 4115981 w 5678951"/>
              <a:gd name="csY3" fmla="*/ 716295 h 3837169"/>
              <a:gd name="csX4" fmla="*/ 5448983 w 5678951"/>
              <a:gd name="csY4" fmla="*/ 1173741 h 3837169"/>
              <a:gd name="csX5" fmla="*/ 5453993 w 5678951"/>
              <a:gd name="csY5" fmla="*/ 3825710 h 3837169"/>
              <a:gd name="csX6" fmla="*/ 2095852 w 5678951"/>
              <a:gd name="csY6" fmla="*/ 2558459 h 3837169"/>
              <a:gd name="csX7" fmla="*/ 24669 w 5678951"/>
              <a:gd name="csY7" fmla="*/ 30007 h 3837169"/>
              <a:gd name="csX0" fmla="*/ 32857 w 5687139"/>
              <a:gd name="csY0" fmla="*/ 30007 h 3841313"/>
              <a:gd name="csX1" fmla="*/ 1325735 w 5687139"/>
              <a:gd name="csY1" fmla="*/ 22825 h 3841313"/>
              <a:gd name="csX2" fmla="*/ 3263116 w 5687139"/>
              <a:gd name="csY2" fmla="*/ 27694 h 3841313"/>
              <a:gd name="csX3" fmla="*/ 4124169 w 5687139"/>
              <a:gd name="csY3" fmla="*/ 716295 h 3841313"/>
              <a:gd name="csX4" fmla="*/ 5457171 w 5687139"/>
              <a:gd name="csY4" fmla="*/ 1173741 h 3841313"/>
              <a:gd name="csX5" fmla="*/ 5462181 w 5687139"/>
              <a:gd name="csY5" fmla="*/ 3825710 h 3841313"/>
              <a:gd name="csX6" fmla="*/ 2104040 w 5687139"/>
              <a:gd name="csY6" fmla="*/ 2558459 h 3841313"/>
              <a:gd name="csX7" fmla="*/ 32857 w 5687139"/>
              <a:gd name="csY7" fmla="*/ 30007 h 3841313"/>
              <a:gd name="csX0" fmla="*/ 32857 w 5536067"/>
              <a:gd name="csY0" fmla="*/ 30007 h 4040914"/>
              <a:gd name="csX1" fmla="*/ 1325735 w 5536067"/>
              <a:gd name="csY1" fmla="*/ 22825 h 4040914"/>
              <a:gd name="csX2" fmla="*/ 3263116 w 5536067"/>
              <a:gd name="csY2" fmla="*/ 27694 h 4040914"/>
              <a:gd name="csX3" fmla="*/ 4124169 w 5536067"/>
              <a:gd name="csY3" fmla="*/ 716295 h 4040914"/>
              <a:gd name="csX4" fmla="*/ 5457171 w 5536067"/>
              <a:gd name="csY4" fmla="*/ 1173741 h 4040914"/>
              <a:gd name="csX5" fmla="*/ 5462181 w 5536067"/>
              <a:gd name="csY5" fmla="*/ 3825710 h 4040914"/>
              <a:gd name="csX6" fmla="*/ 2104040 w 5536067"/>
              <a:gd name="csY6" fmla="*/ 2558459 h 4040914"/>
              <a:gd name="csX7" fmla="*/ 32857 w 5536067"/>
              <a:gd name="csY7" fmla="*/ 30007 h 4040914"/>
              <a:gd name="csX0" fmla="*/ 32857 w 5479015"/>
              <a:gd name="csY0" fmla="*/ 30007 h 4040914"/>
              <a:gd name="csX1" fmla="*/ 1325735 w 5479015"/>
              <a:gd name="csY1" fmla="*/ 22825 h 4040914"/>
              <a:gd name="csX2" fmla="*/ 3263116 w 5479015"/>
              <a:gd name="csY2" fmla="*/ 27694 h 4040914"/>
              <a:gd name="csX3" fmla="*/ 4124169 w 5479015"/>
              <a:gd name="csY3" fmla="*/ 716295 h 4040914"/>
              <a:gd name="csX4" fmla="*/ 5457171 w 5479015"/>
              <a:gd name="csY4" fmla="*/ 1173741 h 4040914"/>
              <a:gd name="csX5" fmla="*/ 5462181 w 5479015"/>
              <a:gd name="csY5" fmla="*/ 3825710 h 4040914"/>
              <a:gd name="csX6" fmla="*/ 2104040 w 5479015"/>
              <a:gd name="csY6" fmla="*/ 2558459 h 4040914"/>
              <a:gd name="csX7" fmla="*/ 32857 w 5479015"/>
              <a:gd name="csY7" fmla="*/ 30007 h 4040914"/>
              <a:gd name="csX0" fmla="*/ 32857 w 5484400"/>
              <a:gd name="csY0" fmla="*/ 30007 h 4040914"/>
              <a:gd name="csX1" fmla="*/ 1325735 w 5484400"/>
              <a:gd name="csY1" fmla="*/ 22825 h 4040914"/>
              <a:gd name="csX2" fmla="*/ 3263116 w 5484400"/>
              <a:gd name="csY2" fmla="*/ 27694 h 4040914"/>
              <a:gd name="csX3" fmla="*/ 4124169 w 5484400"/>
              <a:gd name="csY3" fmla="*/ 716295 h 4040914"/>
              <a:gd name="csX4" fmla="*/ 5457171 w 5484400"/>
              <a:gd name="csY4" fmla="*/ 1173741 h 4040914"/>
              <a:gd name="csX5" fmla="*/ 5462181 w 5484400"/>
              <a:gd name="csY5" fmla="*/ 3825710 h 4040914"/>
              <a:gd name="csX6" fmla="*/ 2104040 w 5484400"/>
              <a:gd name="csY6" fmla="*/ 2558459 h 4040914"/>
              <a:gd name="csX7" fmla="*/ 32857 w 5484400"/>
              <a:gd name="csY7" fmla="*/ 30007 h 4040914"/>
              <a:gd name="csX0" fmla="*/ 32857 w 5481448"/>
              <a:gd name="csY0" fmla="*/ 30007 h 3849266"/>
              <a:gd name="csX1" fmla="*/ 1325735 w 5481448"/>
              <a:gd name="csY1" fmla="*/ 22825 h 3849266"/>
              <a:gd name="csX2" fmla="*/ 3263116 w 5481448"/>
              <a:gd name="csY2" fmla="*/ 27694 h 3849266"/>
              <a:gd name="csX3" fmla="*/ 4124169 w 5481448"/>
              <a:gd name="csY3" fmla="*/ 716295 h 3849266"/>
              <a:gd name="csX4" fmla="*/ 5457171 w 5481448"/>
              <a:gd name="csY4" fmla="*/ 1173741 h 3849266"/>
              <a:gd name="csX5" fmla="*/ 5462181 w 5481448"/>
              <a:gd name="csY5" fmla="*/ 3825710 h 3849266"/>
              <a:gd name="csX6" fmla="*/ 2104040 w 5481448"/>
              <a:gd name="csY6" fmla="*/ 2558459 h 3849266"/>
              <a:gd name="csX7" fmla="*/ 32857 w 5481448"/>
              <a:gd name="csY7" fmla="*/ 30007 h 3849266"/>
              <a:gd name="csX0" fmla="*/ 32857 w 5481448"/>
              <a:gd name="csY0" fmla="*/ 26467 h 3845726"/>
              <a:gd name="csX1" fmla="*/ 1325735 w 5481448"/>
              <a:gd name="csY1" fmla="*/ 19285 h 3845726"/>
              <a:gd name="csX2" fmla="*/ 3226294 w 5481448"/>
              <a:gd name="csY2" fmla="*/ 30291 h 3845726"/>
              <a:gd name="csX3" fmla="*/ 4124169 w 5481448"/>
              <a:gd name="csY3" fmla="*/ 712755 h 3845726"/>
              <a:gd name="csX4" fmla="*/ 5457171 w 5481448"/>
              <a:gd name="csY4" fmla="*/ 1170201 h 3845726"/>
              <a:gd name="csX5" fmla="*/ 5462181 w 5481448"/>
              <a:gd name="csY5" fmla="*/ 3822170 h 3845726"/>
              <a:gd name="csX6" fmla="*/ 2104040 w 5481448"/>
              <a:gd name="csY6" fmla="*/ 2554919 h 3845726"/>
              <a:gd name="csX7" fmla="*/ 32857 w 5481448"/>
              <a:gd name="csY7" fmla="*/ 26467 h 3845726"/>
              <a:gd name="csX0" fmla="*/ 32857 w 5547362"/>
              <a:gd name="csY0" fmla="*/ 59192 h 3878451"/>
              <a:gd name="csX1" fmla="*/ 1325735 w 5547362"/>
              <a:gd name="csY1" fmla="*/ 52010 h 3878451"/>
              <a:gd name="csX2" fmla="*/ 3226294 w 5547362"/>
              <a:gd name="csY2" fmla="*/ 63016 h 3878451"/>
              <a:gd name="csX3" fmla="*/ 4240771 w 5547362"/>
              <a:gd name="csY3" fmla="*/ 800712 h 3878451"/>
              <a:gd name="csX4" fmla="*/ 5457171 w 5547362"/>
              <a:gd name="csY4" fmla="*/ 1202926 h 3878451"/>
              <a:gd name="csX5" fmla="*/ 5462181 w 5547362"/>
              <a:gd name="csY5" fmla="*/ 3854895 h 3878451"/>
              <a:gd name="csX6" fmla="*/ 2104040 w 5547362"/>
              <a:gd name="csY6" fmla="*/ 2587644 h 3878451"/>
              <a:gd name="csX7" fmla="*/ 32857 w 5547362"/>
              <a:gd name="csY7" fmla="*/ 59192 h 3878451"/>
              <a:gd name="csX0" fmla="*/ 32857 w 5615550"/>
              <a:gd name="csY0" fmla="*/ 59192 h 3878451"/>
              <a:gd name="csX1" fmla="*/ 1325735 w 5615550"/>
              <a:gd name="csY1" fmla="*/ 52010 h 3878451"/>
              <a:gd name="csX2" fmla="*/ 3226294 w 5615550"/>
              <a:gd name="csY2" fmla="*/ 63016 h 3878451"/>
              <a:gd name="csX3" fmla="*/ 4240771 w 5615550"/>
              <a:gd name="csY3" fmla="*/ 800712 h 3878451"/>
              <a:gd name="csX4" fmla="*/ 5457171 w 5615550"/>
              <a:gd name="csY4" fmla="*/ 1202926 h 3878451"/>
              <a:gd name="csX5" fmla="*/ 5462181 w 5615550"/>
              <a:gd name="csY5" fmla="*/ 3854895 h 3878451"/>
              <a:gd name="csX6" fmla="*/ 2104040 w 5615550"/>
              <a:gd name="csY6" fmla="*/ 2587644 h 3878451"/>
              <a:gd name="csX7" fmla="*/ 32857 w 5615550"/>
              <a:gd name="csY7" fmla="*/ 59192 h 3878451"/>
              <a:gd name="csX0" fmla="*/ 32857 w 5615550"/>
              <a:gd name="csY0" fmla="*/ 116074 h 3935333"/>
              <a:gd name="csX1" fmla="*/ 1325735 w 5615550"/>
              <a:gd name="csY1" fmla="*/ 108892 h 3935333"/>
              <a:gd name="csX2" fmla="*/ 3226294 w 5615550"/>
              <a:gd name="csY2" fmla="*/ 119898 h 3935333"/>
              <a:gd name="csX3" fmla="*/ 4240771 w 5615550"/>
              <a:gd name="csY3" fmla="*/ 857594 h 3935333"/>
              <a:gd name="csX4" fmla="*/ 5457171 w 5615550"/>
              <a:gd name="csY4" fmla="*/ 1259808 h 3935333"/>
              <a:gd name="csX5" fmla="*/ 5462181 w 5615550"/>
              <a:gd name="csY5" fmla="*/ 3911777 h 3935333"/>
              <a:gd name="csX6" fmla="*/ 2104040 w 5615550"/>
              <a:gd name="csY6" fmla="*/ 2644526 h 3935333"/>
              <a:gd name="csX7" fmla="*/ 32857 w 5615550"/>
              <a:gd name="csY7" fmla="*/ 116074 h 3935333"/>
              <a:gd name="csX0" fmla="*/ 32857 w 5615550"/>
              <a:gd name="csY0" fmla="*/ 22921 h 3842180"/>
              <a:gd name="csX1" fmla="*/ 1325735 w 5615550"/>
              <a:gd name="csY1" fmla="*/ 15739 h 3842180"/>
              <a:gd name="csX2" fmla="*/ 3226294 w 5615550"/>
              <a:gd name="csY2" fmla="*/ 26745 h 3842180"/>
              <a:gd name="csX3" fmla="*/ 4240771 w 5615550"/>
              <a:gd name="csY3" fmla="*/ 764441 h 3842180"/>
              <a:gd name="csX4" fmla="*/ 5457171 w 5615550"/>
              <a:gd name="csY4" fmla="*/ 1166655 h 3842180"/>
              <a:gd name="csX5" fmla="*/ 5462181 w 5615550"/>
              <a:gd name="csY5" fmla="*/ 3818624 h 3842180"/>
              <a:gd name="csX6" fmla="*/ 2104040 w 5615550"/>
              <a:gd name="csY6" fmla="*/ 2551373 h 3842180"/>
              <a:gd name="csX7" fmla="*/ 32857 w 5615550"/>
              <a:gd name="csY7" fmla="*/ 22921 h 3842180"/>
              <a:gd name="csX0" fmla="*/ 32857 w 5481902"/>
              <a:gd name="csY0" fmla="*/ 22921 h 3842180"/>
              <a:gd name="csX1" fmla="*/ 1325735 w 5481902"/>
              <a:gd name="csY1" fmla="*/ 15739 h 3842180"/>
              <a:gd name="csX2" fmla="*/ 3226294 w 5481902"/>
              <a:gd name="csY2" fmla="*/ 26745 h 3842180"/>
              <a:gd name="csX3" fmla="*/ 4240771 w 5481902"/>
              <a:gd name="csY3" fmla="*/ 764441 h 3842180"/>
              <a:gd name="csX4" fmla="*/ 5457171 w 5481902"/>
              <a:gd name="csY4" fmla="*/ 1166655 h 3842180"/>
              <a:gd name="csX5" fmla="*/ 5462181 w 5481902"/>
              <a:gd name="csY5" fmla="*/ 3818624 h 3842180"/>
              <a:gd name="csX6" fmla="*/ 2104040 w 5481902"/>
              <a:gd name="csY6" fmla="*/ 2551373 h 3842180"/>
              <a:gd name="csX7" fmla="*/ 32857 w 5481902"/>
              <a:gd name="csY7" fmla="*/ 22921 h 3842180"/>
              <a:gd name="csX0" fmla="*/ 24531 w 5545422"/>
              <a:gd name="csY0" fmla="*/ 22921 h 3852243"/>
              <a:gd name="csX1" fmla="*/ 1317409 w 5545422"/>
              <a:gd name="csY1" fmla="*/ 15739 h 3852243"/>
              <a:gd name="csX2" fmla="*/ 3217968 w 5545422"/>
              <a:gd name="csY2" fmla="*/ 26745 h 3852243"/>
              <a:gd name="csX3" fmla="*/ 4232445 w 5545422"/>
              <a:gd name="csY3" fmla="*/ 764441 h 3852243"/>
              <a:gd name="csX4" fmla="*/ 5448845 w 5545422"/>
              <a:gd name="csY4" fmla="*/ 1166655 h 3852243"/>
              <a:gd name="csX5" fmla="*/ 5472265 w 5545422"/>
              <a:gd name="csY5" fmla="*/ 3837035 h 3852243"/>
              <a:gd name="csX6" fmla="*/ 2095714 w 5545422"/>
              <a:gd name="csY6" fmla="*/ 2551373 h 3852243"/>
              <a:gd name="csX7" fmla="*/ 24531 w 5545422"/>
              <a:gd name="csY7" fmla="*/ 22921 h 3852243"/>
              <a:gd name="csX0" fmla="*/ 24531 w 5532096"/>
              <a:gd name="csY0" fmla="*/ 22921 h 3878447"/>
              <a:gd name="csX1" fmla="*/ 1317409 w 5532096"/>
              <a:gd name="csY1" fmla="*/ 15739 h 3878447"/>
              <a:gd name="csX2" fmla="*/ 3217968 w 5532096"/>
              <a:gd name="csY2" fmla="*/ 26745 h 3878447"/>
              <a:gd name="csX3" fmla="*/ 4232445 w 5532096"/>
              <a:gd name="csY3" fmla="*/ 764441 h 3878447"/>
              <a:gd name="csX4" fmla="*/ 5448845 w 5532096"/>
              <a:gd name="csY4" fmla="*/ 1166655 h 3878447"/>
              <a:gd name="csX5" fmla="*/ 5472265 w 5532096"/>
              <a:gd name="csY5" fmla="*/ 3837035 h 3878447"/>
              <a:gd name="csX6" fmla="*/ 2095714 w 5532096"/>
              <a:gd name="csY6" fmla="*/ 2551373 h 3878447"/>
              <a:gd name="csX7" fmla="*/ 24531 w 5532096"/>
              <a:gd name="csY7" fmla="*/ 22921 h 3878447"/>
              <a:gd name="csX0" fmla="*/ 24531 w 5473624"/>
              <a:gd name="csY0" fmla="*/ 22921 h 3878447"/>
              <a:gd name="csX1" fmla="*/ 1317409 w 5473624"/>
              <a:gd name="csY1" fmla="*/ 15739 h 3878447"/>
              <a:gd name="csX2" fmla="*/ 3217968 w 5473624"/>
              <a:gd name="csY2" fmla="*/ 26745 h 3878447"/>
              <a:gd name="csX3" fmla="*/ 4232445 w 5473624"/>
              <a:gd name="csY3" fmla="*/ 764441 h 3878447"/>
              <a:gd name="csX4" fmla="*/ 5448845 w 5473624"/>
              <a:gd name="csY4" fmla="*/ 1166655 h 3878447"/>
              <a:gd name="csX5" fmla="*/ 5472265 w 5473624"/>
              <a:gd name="csY5" fmla="*/ 3837035 h 3878447"/>
              <a:gd name="csX6" fmla="*/ 2095714 w 5473624"/>
              <a:gd name="csY6" fmla="*/ 2551373 h 3878447"/>
              <a:gd name="csX7" fmla="*/ 24531 w 5473624"/>
              <a:gd name="csY7" fmla="*/ 22921 h 3878447"/>
              <a:gd name="csX0" fmla="*/ 24531 w 5473624"/>
              <a:gd name="csY0" fmla="*/ 22921 h 3878447"/>
              <a:gd name="csX1" fmla="*/ 1317409 w 5473624"/>
              <a:gd name="csY1" fmla="*/ 15739 h 3878447"/>
              <a:gd name="csX2" fmla="*/ 3217968 w 5473624"/>
              <a:gd name="csY2" fmla="*/ 26745 h 3878447"/>
              <a:gd name="csX3" fmla="*/ 4232445 w 5473624"/>
              <a:gd name="csY3" fmla="*/ 764441 h 3878447"/>
              <a:gd name="csX4" fmla="*/ 5448845 w 5473624"/>
              <a:gd name="csY4" fmla="*/ 1166655 h 3878447"/>
              <a:gd name="csX5" fmla="*/ 5472265 w 5473624"/>
              <a:gd name="csY5" fmla="*/ 3837035 h 3878447"/>
              <a:gd name="csX6" fmla="*/ 2095714 w 5473624"/>
              <a:gd name="csY6" fmla="*/ 2551373 h 3878447"/>
              <a:gd name="csX7" fmla="*/ 24531 w 5473624"/>
              <a:gd name="csY7" fmla="*/ 22921 h 3878447"/>
              <a:gd name="csX0" fmla="*/ 24531 w 5473624"/>
              <a:gd name="csY0" fmla="*/ 22921 h 3878447"/>
              <a:gd name="csX1" fmla="*/ 1317409 w 5473624"/>
              <a:gd name="csY1" fmla="*/ 15739 h 3878447"/>
              <a:gd name="csX2" fmla="*/ 3217968 w 5473624"/>
              <a:gd name="csY2" fmla="*/ 26745 h 3878447"/>
              <a:gd name="csX3" fmla="*/ 4232445 w 5473624"/>
              <a:gd name="csY3" fmla="*/ 764441 h 3878447"/>
              <a:gd name="csX4" fmla="*/ 5448845 w 5473624"/>
              <a:gd name="csY4" fmla="*/ 1166655 h 3878447"/>
              <a:gd name="csX5" fmla="*/ 5472265 w 5473624"/>
              <a:gd name="csY5" fmla="*/ 3837035 h 3878447"/>
              <a:gd name="csX6" fmla="*/ 2095714 w 5473624"/>
              <a:gd name="csY6" fmla="*/ 2551373 h 3878447"/>
              <a:gd name="csX7" fmla="*/ 24531 w 5473624"/>
              <a:gd name="csY7" fmla="*/ 22921 h 3878447"/>
              <a:gd name="csX0" fmla="*/ 24531 w 5473624"/>
              <a:gd name="csY0" fmla="*/ 22921 h 3878447"/>
              <a:gd name="csX1" fmla="*/ 1317409 w 5473624"/>
              <a:gd name="csY1" fmla="*/ 15739 h 3878447"/>
              <a:gd name="csX2" fmla="*/ 3217968 w 5473624"/>
              <a:gd name="csY2" fmla="*/ 26745 h 3878447"/>
              <a:gd name="csX3" fmla="*/ 4232445 w 5473624"/>
              <a:gd name="csY3" fmla="*/ 764441 h 3878447"/>
              <a:gd name="csX4" fmla="*/ 5448845 w 5473624"/>
              <a:gd name="csY4" fmla="*/ 1166655 h 3878447"/>
              <a:gd name="csX5" fmla="*/ 5472265 w 5473624"/>
              <a:gd name="csY5" fmla="*/ 3837035 h 3878447"/>
              <a:gd name="csX6" fmla="*/ 2095714 w 5473624"/>
              <a:gd name="csY6" fmla="*/ 2551373 h 3878447"/>
              <a:gd name="csX7" fmla="*/ 24531 w 5473624"/>
              <a:gd name="csY7" fmla="*/ 22921 h 3878447"/>
              <a:gd name="csX0" fmla="*/ 24531 w 5473624"/>
              <a:gd name="csY0" fmla="*/ 22921 h 3878447"/>
              <a:gd name="csX1" fmla="*/ 1317409 w 5473624"/>
              <a:gd name="csY1" fmla="*/ 15739 h 3878447"/>
              <a:gd name="csX2" fmla="*/ 3217968 w 5473624"/>
              <a:gd name="csY2" fmla="*/ 26745 h 3878447"/>
              <a:gd name="csX3" fmla="*/ 4232445 w 5473624"/>
              <a:gd name="csY3" fmla="*/ 764441 h 3878447"/>
              <a:gd name="csX4" fmla="*/ 5448845 w 5473624"/>
              <a:gd name="csY4" fmla="*/ 1166655 h 3878447"/>
              <a:gd name="csX5" fmla="*/ 5472265 w 5473624"/>
              <a:gd name="csY5" fmla="*/ 3837035 h 3878447"/>
              <a:gd name="csX6" fmla="*/ 2095714 w 5473624"/>
              <a:gd name="csY6" fmla="*/ 2551373 h 3878447"/>
              <a:gd name="csX7" fmla="*/ 24531 w 5473624"/>
              <a:gd name="csY7" fmla="*/ 22921 h 3878447"/>
              <a:gd name="csX0" fmla="*/ 24500 w 5528544"/>
              <a:gd name="csY0" fmla="*/ 22921 h 3825006"/>
              <a:gd name="csX1" fmla="*/ 1317378 w 5528544"/>
              <a:gd name="csY1" fmla="*/ 15739 h 3825006"/>
              <a:gd name="csX2" fmla="*/ 3217937 w 5528544"/>
              <a:gd name="csY2" fmla="*/ 26745 h 3825006"/>
              <a:gd name="csX3" fmla="*/ 4232414 w 5528544"/>
              <a:gd name="csY3" fmla="*/ 764441 h 3825006"/>
              <a:gd name="csX4" fmla="*/ 5448814 w 5528544"/>
              <a:gd name="csY4" fmla="*/ 1166655 h 3825006"/>
              <a:gd name="csX5" fmla="*/ 5459961 w 5528544"/>
              <a:gd name="csY5" fmla="*/ 3781803 h 3825006"/>
              <a:gd name="csX6" fmla="*/ 2095683 w 5528544"/>
              <a:gd name="csY6" fmla="*/ 2551373 h 3825006"/>
              <a:gd name="csX7" fmla="*/ 24500 w 5528544"/>
              <a:gd name="csY7" fmla="*/ 22921 h 3825006"/>
              <a:gd name="csX0" fmla="*/ 24500 w 5461326"/>
              <a:gd name="csY0" fmla="*/ 22921 h 3825006"/>
              <a:gd name="csX1" fmla="*/ 1317378 w 5461326"/>
              <a:gd name="csY1" fmla="*/ 15739 h 3825006"/>
              <a:gd name="csX2" fmla="*/ 3217937 w 5461326"/>
              <a:gd name="csY2" fmla="*/ 26745 h 3825006"/>
              <a:gd name="csX3" fmla="*/ 4232414 w 5461326"/>
              <a:gd name="csY3" fmla="*/ 764441 h 3825006"/>
              <a:gd name="csX4" fmla="*/ 5448814 w 5461326"/>
              <a:gd name="csY4" fmla="*/ 1166655 h 3825006"/>
              <a:gd name="csX5" fmla="*/ 5459961 w 5461326"/>
              <a:gd name="csY5" fmla="*/ 3781803 h 3825006"/>
              <a:gd name="csX6" fmla="*/ 2095683 w 5461326"/>
              <a:gd name="csY6" fmla="*/ 2551373 h 3825006"/>
              <a:gd name="csX7" fmla="*/ 24500 w 5461326"/>
              <a:gd name="csY7" fmla="*/ 22921 h 3825006"/>
              <a:gd name="csX0" fmla="*/ 26480 w 5463374"/>
              <a:gd name="csY0" fmla="*/ 22921 h 3833636"/>
              <a:gd name="csX1" fmla="*/ 1319358 w 5463374"/>
              <a:gd name="csY1" fmla="*/ 15739 h 3833636"/>
              <a:gd name="csX2" fmla="*/ 3219917 w 5463374"/>
              <a:gd name="csY2" fmla="*/ 26745 h 3833636"/>
              <a:gd name="csX3" fmla="*/ 4234394 w 5463374"/>
              <a:gd name="csY3" fmla="*/ 764441 h 3833636"/>
              <a:gd name="csX4" fmla="*/ 5450794 w 5463374"/>
              <a:gd name="csY4" fmla="*/ 1166655 h 3833636"/>
              <a:gd name="csX5" fmla="*/ 5461941 w 5463374"/>
              <a:gd name="csY5" fmla="*/ 3781803 h 3833636"/>
              <a:gd name="csX6" fmla="*/ 2097663 w 5463374"/>
              <a:gd name="csY6" fmla="*/ 2551373 h 3833636"/>
              <a:gd name="csX7" fmla="*/ 26480 w 5463374"/>
              <a:gd name="csY7" fmla="*/ 22921 h 3833636"/>
              <a:gd name="csX0" fmla="*/ 29686 w 5466683"/>
              <a:gd name="csY0" fmla="*/ 22921 h 3838215"/>
              <a:gd name="csX1" fmla="*/ 1322564 w 5466683"/>
              <a:gd name="csY1" fmla="*/ 15739 h 3838215"/>
              <a:gd name="csX2" fmla="*/ 3223123 w 5466683"/>
              <a:gd name="csY2" fmla="*/ 26745 h 3838215"/>
              <a:gd name="csX3" fmla="*/ 4237600 w 5466683"/>
              <a:gd name="csY3" fmla="*/ 764441 h 3838215"/>
              <a:gd name="csX4" fmla="*/ 5454000 w 5466683"/>
              <a:gd name="csY4" fmla="*/ 1166655 h 3838215"/>
              <a:gd name="csX5" fmla="*/ 5465147 w 5466683"/>
              <a:gd name="csY5" fmla="*/ 3781803 h 3838215"/>
              <a:gd name="csX6" fmla="*/ 2100869 w 5466683"/>
              <a:gd name="csY6" fmla="*/ 2551373 h 3838215"/>
              <a:gd name="csX7" fmla="*/ 29686 w 5466683"/>
              <a:gd name="csY7" fmla="*/ 22921 h 3838215"/>
              <a:gd name="csX0" fmla="*/ 24351 w 5472753"/>
              <a:gd name="csY0" fmla="*/ 0 h 3825383"/>
              <a:gd name="csX1" fmla="*/ 1328804 w 5472753"/>
              <a:gd name="csY1" fmla="*/ 15967 h 3825383"/>
              <a:gd name="csX2" fmla="*/ 3229363 w 5472753"/>
              <a:gd name="csY2" fmla="*/ 26973 h 3825383"/>
              <a:gd name="csX3" fmla="*/ 4243840 w 5472753"/>
              <a:gd name="csY3" fmla="*/ 764669 h 3825383"/>
              <a:gd name="csX4" fmla="*/ 5460240 w 5472753"/>
              <a:gd name="csY4" fmla="*/ 1166883 h 3825383"/>
              <a:gd name="csX5" fmla="*/ 5471387 w 5472753"/>
              <a:gd name="csY5" fmla="*/ 3782031 h 3825383"/>
              <a:gd name="csX6" fmla="*/ 2107109 w 5472753"/>
              <a:gd name="csY6" fmla="*/ 2551601 h 3825383"/>
              <a:gd name="csX7" fmla="*/ 24351 w 5472753"/>
              <a:gd name="csY7" fmla="*/ 0 h 3825383"/>
              <a:gd name="csX0" fmla="*/ 24351 w 5491743"/>
              <a:gd name="csY0" fmla="*/ 0 h 3825383"/>
              <a:gd name="csX1" fmla="*/ 1328804 w 5491743"/>
              <a:gd name="csY1" fmla="*/ 15967 h 3825383"/>
              <a:gd name="csX2" fmla="*/ 3229363 w 5491743"/>
              <a:gd name="csY2" fmla="*/ 26973 h 3825383"/>
              <a:gd name="csX3" fmla="*/ 4243840 w 5491743"/>
              <a:gd name="csY3" fmla="*/ 764669 h 3825383"/>
              <a:gd name="csX4" fmla="*/ 5460240 w 5491743"/>
              <a:gd name="csY4" fmla="*/ 1166883 h 3825383"/>
              <a:gd name="csX5" fmla="*/ 5471387 w 5491743"/>
              <a:gd name="csY5" fmla="*/ 3782031 h 3825383"/>
              <a:gd name="csX6" fmla="*/ 2107109 w 5491743"/>
              <a:gd name="csY6" fmla="*/ 2551601 h 3825383"/>
              <a:gd name="csX7" fmla="*/ 24351 w 5491743"/>
              <a:gd name="csY7" fmla="*/ 0 h 3825383"/>
              <a:gd name="csX0" fmla="*/ 24351 w 5491743"/>
              <a:gd name="csY0" fmla="*/ 0 h 3825383"/>
              <a:gd name="csX1" fmla="*/ 1328804 w 5491743"/>
              <a:gd name="csY1" fmla="*/ 15967 h 3825383"/>
              <a:gd name="csX2" fmla="*/ 3229363 w 5491743"/>
              <a:gd name="csY2" fmla="*/ 26973 h 3825383"/>
              <a:gd name="csX3" fmla="*/ 4243840 w 5491743"/>
              <a:gd name="csY3" fmla="*/ 764669 h 3825383"/>
              <a:gd name="csX4" fmla="*/ 5460240 w 5491743"/>
              <a:gd name="csY4" fmla="*/ 1166883 h 3825383"/>
              <a:gd name="csX5" fmla="*/ 5471387 w 5491743"/>
              <a:gd name="csY5" fmla="*/ 3782031 h 3825383"/>
              <a:gd name="csX6" fmla="*/ 2107109 w 5491743"/>
              <a:gd name="csY6" fmla="*/ 2551601 h 3825383"/>
              <a:gd name="csX7" fmla="*/ 24351 w 5491743"/>
              <a:gd name="csY7" fmla="*/ 0 h 3825383"/>
              <a:gd name="csX0" fmla="*/ 24351 w 5491743"/>
              <a:gd name="csY0" fmla="*/ 7751 h 3833134"/>
              <a:gd name="csX1" fmla="*/ 1328804 w 5491743"/>
              <a:gd name="csY1" fmla="*/ 23718 h 3833134"/>
              <a:gd name="csX2" fmla="*/ 3171490 w 5491743"/>
              <a:gd name="csY2" fmla="*/ 0 h 3833134"/>
              <a:gd name="csX3" fmla="*/ 4243840 w 5491743"/>
              <a:gd name="csY3" fmla="*/ 772420 h 3833134"/>
              <a:gd name="csX4" fmla="*/ 5460240 w 5491743"/>
              <a:gd name="csY4" fmla="*/ 1174634 h 3833134"/>
              <a:gd name="csX5" fmla="*/ 5471387 w 5491743"/>
              <a:gd name="csY5" fmla="*/ 3789782 h 3833134"/>
              <a:gd name="csX6" fmla="*/ 2107109 w 5491743"/>
              <a:gd name="csY6" fmla="*/ 2559352 h 3833134"/>
              <a:gd name="csX7" fmla="*/ 24351 w 5491743"/>
              <a:gd name="csY7" fmla="*/ 7751 h 3833134"/>
              <a:gd name="csX0" fmla="*/ 24351 w 5491743"/>
              <a:gd name="csY0" fmla="*/ 7751 h 3833134"/>
              <a:gd name="csX1" fmla="*/ 1328804 w 5491743"/>
              <a:gd name="csY1" fmla="*/ 23718 h 3833134"/>
              <a:gd name="csX2" fmla="*/ 3171490 w 5491743"/>
              <a:gd name="csY2" fmla="*/ 0 h 3833134"/>
              <a:gd name="csX3" fmla="*/ 4243840 w 5491743"/>
              <a:gd name="csY3" fmla="*/ 772420 h 3833134"/>
              <a:gd name="csX4" fmla="*/ 5460240 w 5491743"/>
              <a:gd name="csY4" fmla="*/ 1174634 h 3833134"/>
              <a:gd name="csX5" fmla="*/ 5471387 w 5491743"/>
              <a:gd name="csY5" fmla="*/ 3789782 h 3833134"/>
              <a:gd name="csX6" fmla="*/ 2107109 w 5491743"/>
              <a:gd name="csY6" fmla="*/ 2559352 h 3833134"/>
              <a:gd name="csX7" fmla="*/ 24351 w 5491743"/>
              <a:gd name="csY7" fmla="*/ 7751 h 3833134"/>
              <a:gd name="csX0" fmla="*/ 24351 w 5491743"/>
              <a:gd name="csY0" fmla="*/ 7751 h 3833134"/>
              <a:gd name="csX1" fmla="*/ 3171490 w 5491743"/>
              <a:gd name="csY1" fmla="*/ 0 h 3833134"/>
              <a:gd name="csX2" fmla="*/ 4243840 w 5491743"/>
              <a:gd name="csY2" fmla="*/ 772420 h 3833134"/>
              <a:gd name="csX3" fmla="*/ 5460240 w 5491743"/>
              <a:gd name="csY3" fmla="*/ 1174634 h 3833134"/>
              <a:gd name="csX4" fmla="*/ 5471387 w 5491743"/>
              <a:gd name="csY4" fmla="*/ 3789782 h 3833134"/>
              <a:gd name="csX5" fmla="*/ 2107109 w 5491743"/>
              <a:gd name="csY5" fmla="*/ 2559352 h 3833134"/>
              <a:gd name="csX6" fmla="*/ 24351 w 5491743"/>
              <a:gd name="csY6" fmla="*/ 7751 h 3833134"/>
              <a:gd name="csX0" fmla="*/ 31588 w 5498980"/>
              <a:gd name="csY0" fmla="*/ 7751 h 3845035"/>
              <a:gd name="csX1" fmla="*/ 3178727 w 5498980"/>
              <a:gd name="csY1" fmla="*/ 0 h 3845035"/>
              <a:gd name="csX2" fmla="*/ 4251077 w 5498980"/>
              <a:gd name="csY2" fmla="*/ 772420 h 3845035"/>
              <a:gd name="csX3" fmla="*/ 5467477 w 5498980"/>
              <a:gd name="csY3" fmla="*/ 1174634 h 3845035"/>
              <a:gd name="csX4" fmla="*/ 5478624 w 5498980"/>
              <a:gd name="csY4" fmla="*/ 3789782 h 3845035"/>
              <a:gd name="csX5" fmla="*/ 2114346 w 5498980"/>
              <a:gd name="csY5" fmla="*/ 2559352 h 3845035"/>
              <a:gd name="csX6" fmla="*/ 31588 w 5498980"/>
              <a:gd name="csY6" fmla="*/ 7751 h 3845035"/>
              <a:gd name="csX0" fmla="*/ 31588 w 5498980"/>
              <a:gd name="csY0" fmla="*/ 7751 h 3845035"/>
              <a:gd name="csX1" fmla="*/ 3178727 w 5498980"/>
              <a:gd name="csY1" fmla="*/ 0 h 3845035"/>
              <a:gd name="csX2" fmla="*/ 4251077 w 5498980"/>
              <a:gd name="csY2" fmla="*/ 772420 h 3845035"/>
              <a:gd name="csX3" fmla="*/ 5467477 w 5498980"/>
              <a:gd name="csY3" fmla="*/ 1174634 h 3845035"/>
              <a:gd name="csX4" fmla="*/ 5478624 w 5498980"/>
              <a:gd name="csY4" fmla="*/ 3789782 h 3845035"/>
              <a:gd name="csX5" fmla="*/ 2114346 w 5498980"/>
              <a:gd name="csY5" fmla="*/ 2559352 h 3845035"/>
              <a:gd name="csX6" fmla="*/ 31588 w 5498980"/>
              <a:gd name="csY6" fmla="*/ 7751 h 3845035"/>
              <a:gd name="csX0" fmla="*/ 31588 w 5480226"/>
              <a:gd name="csY0" fmla="*/ 7751 h 3845035"/>
              <a:gd name="csX1" fmla="*/ 3178727 w 5480226"/>
              <a:gd name="csY1" fmla="*/ 0 h 3845035"/>
              <a:gd name="csX2" fmla="*/ 4251077 w 5480226"/>
              <a:gd name="csY2" fmla="*/ 772420 h 3845035"/>
              <a:gd name="csX3" fmla="*/ 5467477 w 5480226"/>
              <a:gd name="csY3" fmla="*/ 1174634 h 3845035"/>
              <a:gd name="csX4" fmla="*/ 5478624 w 5480226"/>
              <a:gd name="csY4" fmla="*/ 3789782 h 3845035"/>
              <a:gd name="csX5" fmla="*/ 2114346 w 5480226"/>
              <a:gd name="csY5" fmla="*/ 2559352 h 3845035"/>
              <a:gd name="csX6" fmla="*/ 31588 w 5480226"/>
              <a:gd name="csY6" fmla="*/ 7751 h 3845035"/>
              <a:gd name="csX0" fmla="*/ 31588 w 5487994"/>
              <a:gd name="csY0" fmla="*/ 7751 h 3856357"/>
              <a:gd name="csX1" fmla="*/ 3178727 w 5487994"/>
              <a:gd name="csY1" fmla="*/ 0 h 3856357"/>
              <a:gd name="csX2" fmla="*/ 4251077 w 5487994"/>
              <a:gd name="csY2" fmla="*/ 772420 h 3856357"/>
              <a:gd name="csX3" fmla="*/ 5467477 w 5487994"/>
              <a:gd name="csY3" fmla="*/ 1174634 h 3856357"/>
              <a:gd name="csX4" fmla="*/ 5478624 w 5487994"/>
              <a:gd name="csY4" fmla="*/ 3789782 h 3856357"/>
              <a:gd name="csX5" fmla="*/ 2114346 w 5487994"/>
              <a:gd name="csY5" fmla="*/ 2559352 h 3856357"/>
              <a:gd name="csX6" fmla="*/ 31588 w 5487994"/>
              <a:gd name="csY6" fmla="*/ 7751 h 3856357"/>
              <a:gd name="csX0" fmla="*/ 24159 w 5469976"/>
              <a:gd name="csY0" fmla="*/ 7751 h 3853654"/>
              <a:gd name="csX1" fmla="*/ 3171298 w 5469976"/>
              <a:gd name="csY1" fmla="*/ 0 h 3853654"/>
              <a:gd name="csX2" fmla="*/ 4243648 w 5469976"/>
              <a:gd name="csY2" fmla="*/ 772420 h 3853654"/>
              <a:gd name="csX3" fmla="*/ 5460048 w 5469976"/>
              <a:gd name="csY3" fmla="*/ 1174634 h 3853654"/>
              <a:gd name="csX4" fmla="*/ 5392585 w 5469976"/>
              <a:gd name="csY4" fmla="*/ 3801012 h 3853654"/>
              <a:gd name="csX5" fmla="*/ 2106917 w 5469976"/>
              <a:gd name="csY5" fmla="*/ 2559352 h 3853654"/>
              <a:gd name="csX6" fmla="*/ 24159 w 5469976"/>
              <a:gd name="csY6" fmla="*/ 7751 h 3853654"/>
              <a:gd name="csX0" fmla="*/ 24159 w 5461042"/>
              <a:gd name="csY0" fmla="*/ 7751 h 3853654"/>
              <a:gd name="csX1" fmla="*/ 3171298 w 5461042"/>
              <a:gd name="csY1" fmla="*/ 0 h 3853654"/>
              <a:gd name="csX2" fmla="*/ 4243648 w 5461042"/>
              <a:gd name="csY2" fmla="*/ 772420 h 3853654"/>
              <a:gd name="csX3" fmla="*/ 5460048 w 5461042"/>
              <a:gd name="csY3" fmla="*/ 1174634 h 3853654"/>
              <a:gd name="csX4" fmla="*/ 5392585 w 5461042"/>
              <a:gd name="csY4" fmla="*/ 3801012 h 3853654"/>
              <a:gd name="csX5" fmla="*/ 2106917 w 5461042"/>
              <a:gd name="csY5" fmla="*/ 2559352 h 3853654"/>
              <a:gd name="csX6" fmla="*/ 24159 w 5461042"/>
              <a:gd name="csY6" fmla="*/ 7751 h 3853654"/>
              <a:gd name="csX0" fmla="*/ 24159 w 5461042"/>
              <a:gd name="csY0" fmla="*/ 7751 h 3853654"/>
              <a:gd name="csX1" fmla="*/ 3171298 w 5461042"/>
              <a:gd name="csY1" fmla="*/ 0 h 3853654"/>
              <a:gd name="csX2" fmla="*/ 4243648 w 5461042"/>
              <a:gd name="csY2" fmla="*/ 772420 h 3853654"/>
              <a:gd name="csX3" fmla="*/ 5460048 w 5461042"/>
              <a:gd name="csY3" fmla="*/ 1174634 h 3853654"/>
              <a:gd name="csX4" fmla="*/ 5392585 w 5461042"/>
              <a:gd name="csY4" fmla="*/ 3801012 h 3853654"/>
              <a:gd name="csX5" fmla="*/ 2106917 w 5461042"/>
              <a:gd name="csY5" fmla="*/ 2559352 h 3853654"/>
              <a:gd name="csX6" fmla="*/ 24159 w 5461042"/>
              <a:gd name="csY6" fmla="*/ 7751 h 3853654"/>
              <a:gd name="csX0" fmla="*/ 24159 w 5638536"/>
              <a:gd name="csY0" fmla="*/ 7751 h 3840087"/>
              <a:gd name="csX1" fmla="*/ 3171298 w 5638536"/>
              <a:gd name="csY1" fmla="*/ 0 h 3840087"/>
              <a:gd name="csX2" fmla="*/ 4243648 w 5638536"/>
              <a:gd name="csY2" fmla="*/ 772420 h 3840087"/>
              <a:gd name="csX3" fmla="*/ 5392669 w 5638536"/>
              <a:gd name="csY3" fmla="*/ 1174634 h 3840087"/>
              <a:gd name="csX4" fmla="*/ 5392585 w 5638536"/>
              <a:gd name="csY4" fmla="*/ 3801012 h 3840087"/>
              <a:gd name="csX5" fmla="*/ 2106917 w 5638536"/>
              <a:gd name="csY5" fmla="*/ 2559352 h 3840087"/>
              <a:gd name="csX6" fmla="*/ 24159 w 5638536"/>
              <a:gd name="csY6" fmla="*/ 7751 h 3840087"/>
              <a:gd name="csX0" fmla="*/ 24159 w 5638536"/>
              <a:gd name="csY0" fmla="*/ 7751 h 3840087"/>
              <a:gd name="csX1" fmla="*/ 3171298 w 5638536"/>
              <a:gd name="csY1" fmla="*/ 0 h 3840087"/>
              <a:gd name="csX2" fmla="*/ 4243648 w 5638536"/>
              <a:gd name="csY2" fmla="*/ 772420 h 3840087"/>
              <a:gd name="csX3" fmla="*/ 5392669 w 5638536"/>
              <a:gd name="csY3" fmla="*/ 1174634 h 3840087"/>
              <a:gd name="csX4" fmla="*/ 5392585 w 5638536"/>
              <a:gd name="csY4" fmla="*/ 3801012 h 3840087"/>
              <a:gd name="csX5" fmla="*/ 2106917 w 5638536"/>
              <a:gd name="csY5" fmla="*/ 2559352 h 3840087"/>
              <a:gd name="csX6" fmla="*/ 24159 w 5638536"/>
              <a:gd name="csY6" fmla="*/ 7751 h 3840087"/>
              <a:gd name="csX0" fmla="*/ 24159 w 5397153"/>
              <a:gd name="csY0" fmla="*/ 7751 h 3840087"/>
              <a:gd name="csX1" fmla="*/ 3171298 w 5397153"/>
              <a:gd name="csY1" fmla="*/ 0 h 3840087"/>
              <a:gd name="csX2" fmla="*/ 4243648 w 5397153"/>
              <a:gd name="csY2" fmla="*/ 772420 h 3840087"/>
              <a:gd name="csX3" fmla="*/ 5392669 w 5397153"/>
              <a:gd name="csY3" fmla="*/ 1174634 h 3840087"/>
              <a:gd name="csX4" fmla="*/ 5392585 w 5397153"/>
              <a:gd name="csY4" fmla="*/ 3801012 h 3840087"/>
              <a:gd name="csX5" fmla="*/ 2106917 w 5397153"/>
              <a:gd name="csY5" fmla="*/ 2559352 h 3840087"/>
              <a:gd name="csX6" fmla="*/ 24159 w 5397153"/>
              <a:gd name="csY6" fmla="*/ 7751 h 3840087"/>
              <a:gd name="csX0" fmla="*/ 24159 w 5397154"/>
              <a:gd name="csY0" fmla="*/ 7751 h 3840087"/>
              <a:gd name="csX1" fmla="*/ 3171298 w 5397154"/>
              <a:gd name="csY1" fmla="*/ 0 h 3840087"/>
              <a:gd name="csX2" fmla="*/ 4243648 w 5397154"/>
              <a:gd name="csY2" fmla="*/ 772420 h 3840087"/>
              <a:gd name="csX3" fmla="*/ 5392670 w 5397154"/>
              <a:gd name="csY3" fmla="*/ 1230784 h 3840087"/>
              <a:gd name="csX4" fmla="*/ 5392585 w 5397154"/>
              <a:gd name="csY4" fmla="*/ 3801012 h 3840087"/>
              <a:gd name="csX5" fmla="*/ 2106917 w 5397154"/>
              <a:gd name="csY5" fmla="*/ 2559352 h 3840087"/>
              <a:gd name="csX6" fmla="*/ 24159 w 5397154"/>
              <a:gd name="csY6" fmla="*/ 7751 h 3840087"/>
              <a:gd name="csX0" fmla="*/ 24159 w 5397154"/>
              <a:gd name="csY0" fmla="*/ 7751 h 3801020"/>
              <a:gd name="csX1" fmla="*/ 3171298 w 5397154"/>
              <a:gd name="csY1" fmla="*/ 0 h 3801020"/>
              <a:gd name="csX2" fmla="*/ 4243648 w 5397154"/>
              <a:gd name="csY2" fmla="*/ 772420 h 3801020"/>
              <a:gd name="csX3" fmla="*/ 5392670 w 5397154"/>
              <a:gd name="csY3" fmla="*/ 1230784 h 3801020"/>
              <a:gd name="csX4" fmla="*/ 5392585 w 5397154"/>
              <a:gd name="csY4" fmla="*/ 3801012 h 3801020"/>
              <a:gd name="csX5" fmla="*/ 2106917 w 5397154"/>
              <a:gd name="csY5" fmla="*/ 2559352 h 3801020"/>
              <a:gd name="csX6" fmla="*/ 24159 w 5397154"/>
              <a:gd name="csY6" fmla="*/ 7751 h 38010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397154" h="3801020">
                <a:moveTo>
                  <a:pt x="24159" y="7751"/>
                </a:moveTo>
                <a:lnTo>
                  <a:pt x="3171298" y="0"/>
                </a:lnTo>
                <a:cubicBezTo>
                  <a:pt x="3264375" y="38867"/>
                  <a:pt x="3580332" y="446400"/>
                  <a:pt x="4243648" y="772420"/>
                </a:cubicBezTo>
                <a:cubicBezTo>
                  <a:pt x="4636939" y="1012523"/>
                  <a:pt x="5403788" y="1239215"/>
                  <a:pt x="5392670" y="1230784"/>
                </a:cubicBezTo>
                <a:cubicBezTo>
                  <a:pt x="5404013" y="1637864"/>
                  <a:pt x="5389939" y="3806056"/>
                  <a:pt x="5392585" y="3801012"/>
                </a:cubicBezTo>
                <a:cubicBezTo>
                  <a:pt x="4272230" y="3773508"/>
                  <a:pt x="3001655" y="3191562"/>
                  <a:pt x="2106917" y="2559352"/>
                </a:cubicBezTo>
                <a:cubicBezTo>
                  <a:pt x="1212179" y="1927142"/>
                  <a:pt x="-202064" y="6910"/>
                  <a:pt x="24159" y="7751"/>
                </a:cubicBezTo>
                <a:close/>
              </a:path>
            </a:pathLst>
          </a:custGeom>
          <a:solidFill>
            <a:schemeClr val="accent2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179F87D-9E78-630F-8D48-761CA4F31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4457"/>
            <a:ext cx="5935135" cy="685800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45CE2268-1634-BD77-2FE2-F251E9D6B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11066"/>
            <a:ext cx="5935134" cy="515069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F9C4EB9-DC11-8F83-E1ED-72B6380CC3EB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646334" y="4009813"/>
            <a:ext cx="5088464" cy="245194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9306E7B-477B-35EB-69A6-63842FB6A4A7}"/>
              </a:ext>
            </a:extLst>
          </p:cNvPr>
          <p:cNvGrpSpPr/>
          <p:nvPr userDrawn="1"/>
        </p:nvGrpSpPr>
        <p:grpSpPr>
          <a:xfrm>
            <a:off x="0" y="424076"/>
            <a:ext cx="269823" cy="760513"/>
            <a:chOff x="0" y="389744"/>
            <a:chExt cx="269823" cy="760513"/>
          </a:xfrm>
          <a:solidFill>
            <a:schemeClr val="bg1"/>
          </a:solidFill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CF6DD994-DF75-FEF8-A1BA-0089E4543875}"/>
                </a:ext>
              </a:extLst>
            </p:cNvPr>
            <p:cNvSpPr/>
            <p:nvPr userDrawn="1"/>
          </p:nvSpPr>
          <p:spPr>
            <a:xfrm>
              <a:off x="1" y="389744"/>
              <a:ext cx="149902" cy="760513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93EFF9AA-467D-3EFB-F571-7A257CFCE5F7}"/>
                </a:ext>
              </a:extLst>
            </p:cNvPr>
            <p:cNvSpPr/>
            <p:nvPr userDrawn="1"/>
          </p:nvSpPr>
          <p:spPr>
            <a:xfrm>
              <a:off x="0" y="389744"/>
              <a:ext cx="269823" cy="760513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FC68850B-F5F1-E2B6-6D96-C0A73C1BF6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3864" y="6613946"/>
            <a:ext cx="603109" cy="201936"/>
          </a:xfrm>
          <a:prstGeom prst="rect">
            <a:avLst/>
          </a:prstGeom>
        </p:spPr>
        <p:txBody>
          <a:bodyPr anchor="ctr"/>
          <a:lstStyle>
            <a:lvl1pPr>
              <a:defRPr sz="1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0B593D6-B212-C744-B293-4C5C60D5655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 descr="A pixelated letter b and a green and orange letter&#10;&#10;Description automatically generated with medium confidence">
            <a:extLst>
              <a:ext uri="{FF2B5EF4-FFF2-40B4-BE49-F238E27FC236}">
                <a16:creationId xmlns:a16="http://schemas.microsoft.com/office/drawing/2014/main" id="{63520E49-4065-F380-C0D6-03B9D52EAA8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4248" y="6276811"/>
            <a:ext cx="1076961" cy="337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5235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cialty_Title / Body / Sub-Body / Right Image / Dk G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EE8C04B-BF66-1058-7D11-E1AC5C03DEB3}"/>
              </a:ext>
            </a:extLst>
          </p:cNvPr>
          <p:cNvSpPr/>
          <p:nvPr userDrawn="1"/>
        </p:nvSpPr>
        <p:spPr>
          <a:xfrm>
            <a:off x="0" y="-7868"/>
            <a:ext cx="12192000" cy="687373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93F8AC4-EE60-90C2-EC91-7F6393206F7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735203" y="-15737"/>
            <a:ext cx="5466683" cy="3838215"/>
          </a:xfrm>
          <a:custGeom>
            <a:avLst/>
            <a:gdLst>
              <a:gd name="csX0" fmla="*/ 0 w 9414773"/>
              <a:gd name="csY0" fmla="*/ 3636433 h 7272866"/>
              <a:gd name="csX1" fmla="*/ 4707387 w 9414773"/>
              <a:gd name="csY1" fmla="*/ 0 h 7272866"/>
              <a:gd name="csX2" fmla="*/ 9414774 w 9414773"/>
              <a:gd name="csY2" fmla="*/ 3636433 h 7272866"/>
              <a:gd name="csX3" fmla="*/ 4707387 w 9414773"/>
              <a:gd name="csY3" fmla="*/ 7272866 h 7272866"/>
              <a:gd name="csX4" fmla="*/ 0 w 9414773"/>
              <a:gd name="csY4" fmla="*/ 3636433 h 7272866"/>
              <a:gd name="csX0" fmla="*/ 3731 w 9418505"/>
              <a:gd name="csY0" fmla="*/ 976650 h 4613083"/>
              <a:gd name="csX1" fmla="*/ 4154526 w 9418505"/>
              <a:gd name="csY1" fmla="*/ 679765 h 4613083"/>
              <a:gd name="csX2" fmla="*/ 9418505 w 9418505"/>
              <a:gd name="csY2" fmla="*/ 976650 h 4613083"/>
              <a:gd name="csX3" fmla="*/ 4711118 w 9418505"/>
              <a:gd name="csY3" fmla="*/ 4613083 h 4613083"/>
              <a:gd name="csX4" fmla="*/ 3731 w 9418505"/>
              <a:gd name="csY4" fmla="*/ 976650 h 4613083"/>
              <a:gd name="csX0" fmla="*/ 1925 w 5739221"/>
              <a:gd name="csY0" fmla="*/ 499344 h 4220892"/>
              <a:gd name="csX1" fmla="*/ 4152720 w 5739221"/>
              <a:gd name="csY1" fmla="*/ 202459 h 4220892"/>
              <a:gd name="csX2" fmla="*/ 5739221 w 5739221"/>
              <a:gd name="csY2" fmla="*/ 2109483 h 4220892"/>
              <a:gd name="csX3" fmla="*/ 4709312 w 5739221"/>
              <a:gd name="csY3" fmla="*/ 4135777 h 4220892"/>
              <a:gd name="csX4" fmla="*/ 1925 w 5739221"/>
              <a:gd name="csY4" fmla="*/ 499344 h 4220892"/>
              <a:gd name="csX0" fmla="*/ 6195 w 5743491"/>
              <a:gd name="csY0" fmla="*/ 470451 h 3735084"/>
              <a:gd name="csX1" fmla="*/ 4156990 w 5743491"/>
              <a:gd name="csY1" fmla="*/ 173566 h 3735084"/>
              <a:gd name="csX2" fmla="*/ 5743491 w 5743491"/>
              <a:gd name="csY2" fmla="*/ 2080590 h 3735084"/>
              <a:gd name="csX3" fmla="*/ 3282347 w 5743491"/>
              <a:gd name="csY3" fmla="*/ 3550292 h 3735084"/>
              <a:gd name="csX4" fmla="*/ 6195 w 5743491"/>
              <a:gd name="csY4" fmla="*/ 470451 h 3735084"/>
              <a:gd name="csX0" fmla="*/ 6098 w 5847449"/>
              <a:gd name="csY0" fmla="*/ 470451 h 4184021"/>
              <a:gd name="csX1" fmla="*/ 4156893 w 5847449"/>
              <a:gd name="csY1" fmla="*/ 173566 h 4184021"/>
              <a:gd name="csX2" fmla="*/ 5743394 w 5847449"/>
              <a:gd name="csY2" fmla="*/ 2080590 h 4184021"/>
              <a:gd name="csX3" fmla="*/ 5490653 w 5847449"/>
              <a:gd name="csY3" fmla="*/ 4075910 h 4184021"/>
              <a:gd name="csX4" fmla="*/ 3282250 w 5847449"/>
              <a:gd name="csY4" fmla="*/ 3550292 h 4184021"/>
              <a:gd name="csX5" fmla="*/ 6098 w 5847449"/>
              <a:gd name="csY5" fmla="*/ 470451 h 4184021"/>
              <a:gd name="csX0" fmla="*/ 50074 w 5891425"/>
              <a:gd name="csY0" fmla="*/ 437455 h 4084003"/>
              <a:gd name="csX1" fmla="*/ 4200869 w 5891425"/>
              <a:gd name="csY1" fmla="*/ 140570 h 4084003"/>
              <a:gd name="csX2" fmla="*/ 5787370 w 5891425"/>
              <a:gd name="csY2" fmla="*/ 2047594 h 4084003"/>
              <a:gd name="csX3" fmla="*/ 5534629 w 5891425"/>
              <a:gd name="csY3" fmla="*/ 4042914 h 4084003"/>
              <a:gd name="csX4" fmla="*/ 2133530 w 5891425"/>
              <a:gd name="csY4" fmla="*/ 2781800 h 4084003"/>
              <a:gd name="csX5" fmla="*/ 50074 w 5891425"/>
              <a:gd name="csY5" fmla="*/ 437455 h 4084003"/>
              <a:gd name="csX0" fmla="*/ 49512 w 5915411"/>
              <a:gd name="csY0" fmla="*/ 331602 h 4169532"/>
              <a:gd name="csX1" fmla="*/ 4224855 w 5915411"/>
              <a:gd name="csY1" fmla="*/ 224961 h 4169532"/>
              <a:gd name="csX2" fmla="*/ 5811356 w 5915411"/>
              <a:gd name="csY2" fmla="*/ 2131985 h 4169532"/>
              <a:gd name="csX3" fmla="*/ 5558615 w 5915411"/>
              <a:gd name="csY3" fmla="*/ 4127305 h 4169532"/>
              <a:gd name="csX4" fmla="*/ 2157516 w 5915411"/>
              <a:gd name="csY4" fmla="*/ 2866191 h 4169532"/>
              <a:gd name="csX5" fmla="*/ 49512 w 5915411"/>
              <a:gd name="csY5" fmla="*/ 331602 h 4169532"/>
              <a:gd name="csX0" fmla="*/ 53319 w 5919218"/>
              <a:gd name="csY0" fmla="*/ 334886 h 4175049"/>
              <a:gd name="csX1" fmla="*/ 4228662 w 5919218"/>
              <a:gd name="csY1" fmla="*/ 228245 h 4175049"/>
              <a:gd name="csX2" fmla="*/ 5815163 w 5919218"/>
              <a:gd name="csY2" fmla="*/ 2135269 h 4175049"/>
              <a:gd name="csX3" fmla="*/ 5562422 w 5919218"/>
              <a:gd name="csY3" fmla="*/ 4130589 h 4175049"/>
              <a:gd name="csX4" fmla="*/ 2106091 w 5919218"/>
              <a:gd name="csY4" fmla="*/ 2924707 h 4175049"/>
              <a:gd name="csX5" fmla="*/ 53319 w 5919218"/>
              <a:gd name="csY5" fmla="*/ 334886 h 4175049"/>
              <a:gd name="csX0" fmla="*/ 62914 w 5928813"/>
              <a:gd name="csY0" fmla="*/ 334886 h 4187865"/>
              <a:gd name="csX1" fmla="*/ 4238257 w 5928813"/>
              <a:gd name="csY1" fmla="*/ 228245 h 4187865"/>
              <a:gd name="csX2" fmla="*/ 5824758 w 5928813"/>
              <a:gd name="csY2" fmla="*/ 2135269 h 4187865"/>
              <a:gd name="csX3" fmla="*/ 5572017 w 5928813"/>
              <a:gd name="csY3" fmla="*/ 4130589 h 4187865"/>
              <a:gd name="csX4" fmla="*/ 2115686 w 5928813"/>
              <a:gd name="csY4" fmla="*/ 2924707 h 4187865"/>
              <a:gd name="csX5" fmla="*/ 62914 w 5928813"/>
              <a:gd name="csY5" fmla="*/ 334886 h 4187865"/>
              <a:gd name="csX0" fmla="*/ 59100 w 5924999"/>
              <a:gd name="csY0" fmla="*/ 334886 h 4187865"/>
              <a:gd name="csX1" fmla="*/ 4234443 w 5924999"/>
              <a:gd name="csY1" fmla="*/ 228245 h 4187865"/>
              <a:gd name="csX2" fmla="*/ 5820944 w 5924999"/>
              <a:gd name="csY2" fmla="*/ 2135269 h 4187865"/>
              <a:gd name="csX3" fmla="*/ 5568203 w 5924999"/>
              <a:gd name="csY3" fmla="*/ 4130589 h 4187865"/>
              <a:gd name="csX4" fmla="*/ 2111872 w 5924999"/>
              <a:gd name="csY4" fmla="*/ 2924707 h 4187865"/>
              <a:gd name="csX5" fmla="*/ 59100 w 5924999"/>
              <a:gd name="csY5" fmla="*/ 334886 h 4187865"/>
              <a:gd name="csX0" fmla="*/ 15479 w 5881378"/>
              <a:gd name="csY0" fmla="*/ 206791 h 4059770"/>
              <a:gd name="csX1" fmla="*/ 1289946 w 5881378"/>
              <a:gd name="csY1" fmla="*/ 260978 h 4059770"/>
              <a:gd name="csX2" fmla="*/ 4190822 w 5881378"/>
              <a:gd name="csY2" fmla="*/ 100150 h 4059770"/>
              <a:gd name="csX3" fmla="*/ 5777323 w 5881378"/>
              <a:gd name="csY3" fmla="*/ 2007174 h 4059770"/>
              <a:gd name="csX4" fmla="*/ 5524582 w 5881378"/>
              <a:gd name="csY4" fmla="*/ 4002494 h 4059770"/>
              <a:gd name="csX5" fmla="*/ 2068251 w 5881378"/>
              <a:gd name="csY5" fmla="*/ 2796612 h 4059770"/>
              <a:gd name="csX6" fmla="*/ 15479 w 5881378"/>
              <a:gd name="csY6" fmla="*/ 206791 h 4059770"/>
              <a:gd name="csX0" fmla="*/ 14722 w 5923580"/>
              <a:gd name="csY0" fmla="*/ 292708 h 4046380"/>
              <a:gd name="csX1" fmla="*/ 1332148 w 5923580"/>
              <a:gd name="csY1" fmla="*/ 260978 h 4046380"/>
              <a:gd name="csX2" fmla="*/ 4233024 w 5923580"/>
              <a:gd name="csY2" fmla="*/ 100150 h 4046380"/>
              <a:gd name="csX3" fmla="*/ 5819525 w 5923580"/>
              <a:gd name="csY3" fmla="*/ 2007174 h 4046380"/>
              <a:gd name="csX4" fmla="*/ 5566784 w 5923580"/>
              <a:gd name="csY4" fmla="*/ 4002494 h 4046380"/>
              <a:gd name="csX5" fmla="*/ 2110453 w 5923580"/>
              <a:gd name="csY5" fmla="*/ 2796612 h 4046380"/>
              <a:gd name="csX6" fmla="*/ 14722 w 5923580"/>
              <a:gd name="csY6" fmla="*/ 292708 h 4046380"/>
              <a:gd name="csX0" fmla="*/ 26848 w 5935706"/>
              <a:gd name="csY0" fmla="*/ 304006 h 4057678"/>
              <a:gd name="csX1" fmla="*/ 1344274 w 5935706"/>
              <a:gd name="csY1" fmla="*/ 272276 h 4057678"/>
              <a:gd name="csX2" fmla="*/ 4245150 w 5935706"/>
              <a:gd name="csY2" fmla="*/ 111448 h 4057678"/>
              <a:gd name="csX3" fmla="*/ 5831651 w 5935706"/>
              <a:gd name="csY3" fmla="*/ 2018472 h 4057678"/>
              <a:gd name="csX4" fmla="*/ 5578910 w 5935706"/>
              <a:gd name="csY4" fmla="*/ 4013792 h 4057678"/>
              <a:gd name="csX5" fmla="*/ 2122579 w 5935706"/>
              <a:gd name="csY5" fmla="*/ 2807910 h 4057678"/>
              <a:gd name="csX6" fmla="*/ 26848 w 5935706"/>
              <a:gd name="csY6" fmla="*/ 304006 h 4057678"/>
              <a:gd name="csX0" fmla="*/ 207065 w 6115923"/>
              <a:gd name="csY0" fmla="*/ 292708 h 4046380"/>
              <a:gd name="csX1" fmla="*/ 1524491 w 6115923"/>
              <a:gd name="csY1" fmla="*/ 260978 h 4046380"/>
              <a:gd name="csX2" fmla="*/ 4425367 w 6115923"/>
              <a:gd name="csY2" fmla="*/ 100150 h 4046380"/>
              <a:gd name="csX3" fmla="*/ 6011868 w 6115923"/>
              <a:gd name="csY3" fmla="*/ 2007174 h 4046380"/>
              <a:gd name="csX4" fmla="*/ 5759127 w 6115923"/>
              <a:gd name="csY4" fmla="*/ 4002494 h 4046380"/>
              <a:gd name="csX5" fmla="*/ 2302796 w 6115923"/>
              <a:gd name="csY5" fmla="*/ 2796612 h 4046380"/>
              <a:gd name="csX6" fmla="*/ 207065 w 6115923"/>
              <a:gd name="csY6" fmla="*/ 292708 h 4046380"/>
              <a:gd name="csX0" fmla="*/ 221669 w 5915735"/>
              <a:gd name="csY0" fmla="*/ 262023 h 4046584"/>
              <a:gd name="csX1" fmla="*/ 1324303 w 5915735"/>
              <a:gd name="csY1" fmla="*/ 260978 h 4046584"/>
              <a:gd name="csX2" fmla="*/ 4225179 w 5915735"/>
              <a:gd name="csY2" fmla="*/ 100150 h 4046584"/>
              <a:gd name="csX3" fmla="*/ 5811680 w 5915735"/>
              <a:gd name="csY3" fmla="*/ 2007174 h 4046584"/>
              <a:gd name="csX4" fmla="*/ 5558939 w 5915735"/>
              <a:gd name="csY4" fmla="*/ 4002494 h 4046584"/>
              <a:gd name="csX5" fmla="*/ 2102608 w 5915735"/>
              <a:gd name="csY5" fmla="*/ 2796612 h 4046584"/>
              <a:gd name="csX6" fmla="*/ 221669 w 5915735"/>
              <a:gd name="csY6" fmla="*/ 262023 h 4046584"/>
              <a:gd name="csX0" fmla="*/ 27504 w 5721570"/>
              <a:gd name="csY0" fmla="*/ 262023 h 4046584"/>
              <a:gd name="csX1" fmla="*/ 1130138 w 5721570"/>
              <a:gd name="csY1" fmla="*/ 260978 h 4046584"/>
              <a:gd name="csX2" fmla="*/ 4031014 w 5721570"/>
              <a:gd name="csY2" fmla="*/ 100150 h 4046584"/>
              <a:gd name="csX3" fmla="*/ 5617515 w 5721570"/>
              <a:gd name="csY3" fmla="*/ 2007174 h 4046584"/>
              <a:gd name="csX4" fmla="*/ 5364774 w 5721570"/>
              <a:gd name="csY4" fmla="*/ 4002494 h 4046584"/>
              <a:gd name="csX5" fmla="*/ 1908443 w 5721570"/>
              <a:gd name="csY5" fmla="*/ 2796612 h 4046584"/>
              <a:gd name="csX6" fmla="*/ 27504 w 5721570"/>
              <a:gd name="csY6" fmla="*/ 262023 h 4046584"/>
              <a:gd name="csX0" fmla="*/ 24731 w 5909041"/>
              <a:gd name="csY0" fmla="*/ 268160 h 4046543"/>
              <a:gd name="csX1" fmla="*/ 1317609 w 5909041"/>
              <a:gd name="csY1" fmla="*/ 260978 h 4046543"/>
              <a:gd name="csX2" fmla="*/ 4218485 w 5909041"/>
              <a:gd name="csY2" fmla="*/ 100150 h 4046543"/>
              <a:gd name="csX3" fmla="*/ 5804986 w 5909041"/>
              <a:gd name="csY3" fmla="*/ 2007174 h 4046543"/>
              <a:gd name="csX4" fmla="*/ 5552245 w 5909041"/>
              <a:gd name="csY4" fmla="*/ 4002494 h 4046543"/>
              <a:gd name="csX5" fmla="*/ 2095914 w 5909041"/>
              <a:gd name="csY5" fmla="*/ 2796612 h 4046543"/>
              <a:gd name="csX6" fmla="*/ 24731 w 5909041"/>
              <a:gd name="csY6" fmla="*/ 268160 h 4046543"/>
              <a:gd name="csX0" fmla="*/ 29620 w 5913930"/>
              <a:gd name="csY0" fmla="*/ 268160 h 4049948"/>
              <a:gd name="csX1" fmla="*/ 1322498 w 5913930"/>
              <a:gd name="csY1" fmla="*/ 260978 h 4049948"/>
              <a:gd name="csX2" fmla="*/ 4223374 w 5913930"/>
              <a:gd name="csY2" fmla="*/ 100150 h 4049948"/>
              <a:gd name="csX3" fmla="*/ 5809875 w 5913930"/>
              <a:gd name="csY3" fmla="*/ 2007174 h 4049948"/>
              <a:gd name="csX4" fmla="*/ 5557134 w 5913930"/>
              <a:gd name="csY4" fmla="*/ 4002494 h 4049948"/>
              <a:gd name="csX5" fmla="*/ 2100803 w 5913930"/>
              <a:gd name="csY5" fmla="*/ 2796612 h 4049948"/>
              <a:gd name="csX6" fmla="*/ 29620 w 5913930"/>
              <a:gd name="csY6" fmla="*/ 268160 h 4049948"/>
              <a:gd name="csX0" fmla="*/ 30851 w 5915161"/>
              <a:gd name="csY0" fmla="*/ 268160 h 4060691"/>
              <a:gd name="csX1" fmla="*/ 1323729 w 5915161"/>
              <a:gd name="csY1" fmla="*/ 260978 h 4060691"/>
              <a:gd name="csX2" fmla="*/ 4224605 w 5915161"/>
              <a:gd name="csY2" fmla="*/ 100150 h 4060691"/>
              <a:gd name="csX3" fmla="*/ 5811106 w 5915161"/>
              <a:gd name="csY3" fmla="*/ 2007174 h 4060691"/>
              <a:gd name="csX4" fmla="*/ 5558365 w 5915161"/>
              <a:gd name="csY4" fmla="*/ 4002494 h 4060691"/>
              <a:gd name="csX5" fmla="*/ 2102034 w 5915161"/>
              <a:gd name="csY5" fmla="*/ 2796612 h 4060691"/>
              <a:gd name="csX6" fmla="*/ 30851 w 5915161"/>
              <a:gd name="csY6" fmla="*/ 268160 h 4060691"/>
              <a:gd name="csX0" fmla="*/ 30851 w 5915161"/>
              <a:gd name="csY0" fmla="*/ 137045 h 3929576"/>
              <a:gd name="csX1" fmla="*/ 1323729 w 5915161"/>
              <a:gd name="csY1" fmla="*/ 129863 h 3929576"/>
              <a:gd name="csX2" fmla="*/ 3242699 w 5915161"/>
              <a:gd name="csY2" fmla="*/ 134732 h 3929576"/>
              <a:gd name="csX3" fmla="*/ 5811106 w 5915161"/>
              <a:gd name="csY3" fmla="*/ 1876059 h 3929576"/>
              <a:gd name="csX4" fmla="*/ 5558365 w 5915161"/>
              <a:gd name="csY4" fmla="*/ 3871379 h 3929576"/>
              <a:gd name="csX5" fmla="*/ 2102034 w 5915161"/>
              <a:gd name="csY5" fmla="*/ 2665497 h 3929576"/>
              <a:gd name="csX6" fmla="*/ 30851 w 5915161"/>
              <a:gd name="csY6" fmla="*/ 137045 h 3929576"/>
              <a:gd name="csX0" fmla="*/ 30851 w 5915161"/>
              <a:gd name="csY0" fmla="*/ 11985 h 3804516"/>
              <a:gd name="csX1" fmla="*/ 1323729 w 5915161"/>
              <a:gd name="csY1" fmla="*/ 4803 h 3804516"/>
              <a:gd name="csX2" fmla="*/ 3242699 w 5915161"/>
              <a:gd name="csY2" fmla="*/ 9672 h 3804516"/>
              <a:gd name="csX3" fmla="*/ 5811106 w 5915161"/>
              <a:gd name="csY3" fmla="*/ 1750999 h 3804516"/>
              <a:gd name="csX4" fmla="*/ 5558365 w 5915161"/>
              <a:gd name="csY4" fmla="*/ 3746319 h 3804516"/>
              <a:gd name="csX5" fmla="*/ 2102034 w 5915161"/>
              <a:gd name="csY5" fmla="*/ 2540437 h 3804516"/>
              <a:gd name="csX6" fmla="*/ 30851 w 5915161"/>
              <a:gd name="csY6" fmla="*/ 11985 h 3804516"/>
              <a:gd name="csX0" fmla="*/ 30851 w 5752503"/>
              <a:gd name="csY0" fmla="*/ 93040 h 3885571"/>
              <a:gd name="csX1" fmla="*/ 1323729 w 5752503"/>
              <a:gd name="csY1" fmla="*/ 85858 h 3885571"/>
              <a:gd name="csX2" fmla="*/ 3242699 w 5752503"/>
              <a:gd name="csY2" fmla="*/ 90727 h 3885571"/>
              <a:gd name="csX3" fmla="*/ 5455165 w 5752503"/>
              <a:gd name="csY3" fmla="*/ 1236774 h 3885571"/>
              <a:gd name="csX4" fmla="*/ 5558365 w 5752503"/>
              <a:gd name="csY4" fmla="*/ 3827374 h 3885571"/>
              <a:gd name="csX5" fmla="*/ 2102034 w 5752503"/>
              <a:gd name="csY5" fmla="*/ 2621492 h 3885571"/>
              <a:gd name="csX6" fmla="*/ 30851 w 5752503"/>
              <a:gd name="csY6" fmla="*/ 93040 h 3885571"/>
              <a:gd name="csX0" fmla="*/ 30851 w 5752329"/>
              <a:gd name="csY0" fmla="*/ 59338 h 3851869"/>
              <a:gd name="csX1" fmla="*/ 1323729 w 5752329"/>
              <a:gd name="csY1" fmla="*/ 52156 h 3851869"/>
              <a:gd name="csX2" fmla="*/ 3242699 w 5752329"/>
              <a:gd name="csY2" fmla="*/ 57025 h 3851869"/>
              <a:gd name="csX3" fmla="*/ 4122163 w 5752329"/>
              <a:gd name="csY3" fmla="*/ 745626 h 3851869"/>
              <a:gd name="csX4" fmla="*/ 5455165 w 5752329"/>
              <a:gd name="csY4" fmla="*/ 1203072 h 3851869"/>
              <a:gd name="csX5" fmla="*/ 5558365 w 5752329"/>
              <a:gd name="csY5" fmla="*/ 3793672 h 3851869"/>
              <a:gd name="csX6" fmla="*/ 2102034 w 5752329"/>
              <a:gd name="csY6" fmla="*/ 2587790 h 3851869"/>
              <a:gd name="csX7" fmla="*/ 30851 w 5752329"/>
              <a:gd name="csY7" fmla="*/ 59338 h 3851869"/>
              <a:gd name="csX0" fmla="*/ 30851 w 5752329"/>
              <a:gd name="csY0" fmla="*/ 15958 h 3808489"/>
              <a:gd name="csX1" fmla="*/ 1323729 w 5752329"/>
              <a:gd name="csY1" fmla="*/ 8776 h 3808489"/>
              <a:gd name="csX2" fmla="*/ 3242699 w 5752329"/>
              <a:gd name="csY2" fmla="*/ 105699 h 3808489"/>
              <a:gd name="csX3" fmla="*/ 4122163 w 5752329"/>
              <a:gd name="csY3" fmla="*/ 702246 h 3808489"/>
              <a:gd name="csX4" fmla="*/ 5455165 w 5752329"/>
              <a:gd name="csY4" fmla="*/ 1159692 h 3808489"/>
              <a:gd name="csX5" fmla="*/ 5558365 w 5752329"/>
              <a:gd name="csY5" fmla="*/ 3750292 h 3808489"/>
              <a:gd name="csX6" fmla="*/ 2102034 w 5752329"/>
              <a:gd name="csY6" fmla="*/ 2544410 h 3808489"/>
              <a:gd name="csX7" fmla="*/ 30851 w 5752329"/>
              <a:gd name="csY7" fmla="*/ 15958 h 3808489"/>
              <a:gd name="csX0" fmla="*/ 30851 w 5752329"/>
              <a:gd name="csY0" fmla="*/ 59337 h 3851868"/>
              <a:gd name="csX1" fmla="*/ 1323729 w 5752329"/>
              <a:gd name="csY1" fmla="*/ 52155 h 3851868"/>
              <a:gd name="csX2" fmla="*/ 3261110 w 5752329"/>
              <a:gd name="csY2" fmla="*/ 57024 h 3851868"/>
              <a:gd name="csX3" fmla="*/ 4122163 w 5752329"/>
              <a:gd name="csY3" fmla="*/ 745625 h 3851868"/>
              <a:gd name="csX4" fmla="*/ 5455165 w 5752329"/>
              <a:gd name="csY4" fmla="*/ 1203071 h 3851868"/>
              <a:gd name="csX5" fmla="*/ 5558365 w 5752329"/>
              <a:gd name="csY5" fmla="*/ 3793671 h 3851868"/>
              <a:gd name="csX6" fmla="*/ 2102034 w 5752329"/>
              <a:gd name="csY6" fmla="*/ 2587789 h 3851868"/>
              <a:gd name="csX7" fmla="*/ 30851 w 5752329"/>
              <a:gd name="csY7" fmla="*/ 59337 h 3851868"/>
              <a:gd name="csX0" fmla="*/ 30851 w 5752329"/>
              <a:gd name="csY0" fmla="*/ 108210 h 3900741"/>
              <a:gd name="csX1" fmla="*/ 1323729 w 5752329"/>
              <a:gd name="csY1" fmla="*/ 101028 h 3900741"/>
              <a:gd name="csX2" fmla="*/ 3261110 w 5752329"/>
              <a:gd name="csY2" fmla="*/ 105897 h 3900741"/>
              <a:gd name="csX3" fmla="*/ 4122163 w 5752329"/>
              <a:gd name="csY3" fmla="*/ 794498 h 3900741"/>
              <a:gd name="csX4" fmla="*/ 5455165 w 5752329"/>
              <a:gd name="csY4" fmla="*/ 1251944 h 3900741"/>
              <a:gd name="csX5" fmla="*/ 5558365 w 5752329"/>
              <a:gd name="csY5" fmla="*/ 3842544 h 3900741"/>
              <a:gd name="csX6" fmla="*/ 2102034 w 5752329"/>
              <a:gd name="csY6" fmla="*/ 2636662 h 3900741"/>
              <a:gd name="csX7" fmla="*/ 30851 w 5752329"/>
              <a:gd name="csY7" fmla="*/ 108210 h 3900741"/>
              <a:gd name="csX0" fmla="*/ 30851 w 5752329"/>
              <a:gd name="csY0" fmla="*/ 30007 h 3822538"/>
              <a:gd name="csX1" fmla="*/ 1323729 w 5752329"/>
              <a:gd name="csY1" fmla="*/ 22825 h 3822538"/>
              <a:gd name="csX2" fmla="*/ 3261110 w 5752329"/>
              <a:gd name="csY2" fmla="*/ 27694 h 3822538"/>
              <a:gd name="csX3" fmla="*/ 4122163 w 5752329"/>
              <a:gd name="csY3" fmla="*/ 716295 h 3822538"/>
              <a:gd name="csX4" fmla="*/ 5455165 w 5752329"/>
              <a:gd name="csY4" fmla="*/ 1173741 h 3822538"/>
              <a:gd name="csX5" fmla="*/ 5558365 w 5752329"/>
              <a:gd name="csY5" fmla="*/ 3764341 h 3822538"/>
              <a:gd name="csX6" fmla="*/ 2102034 w 5752329"/>
              <a:gd name="csY6" fmla="*/ 2558459 h 3822538"/>
              <a:gd name="csX7" fmla="*/ 30851 w 5752329"/>
              <a:gd name="csY7" fmla="*/ 30007 h 3822538"/>
              <a:gd name="csX0" fmla="*/ 30851 w 5752329"/>
              <a:gd name="csY0" fmla="*/ 30007 h 3822538"/>
              <a:gd name="csX1" fmla="*/ 1323729 w 5752329"/>
              <a:gd name="csY1" fmla="*/ 22825 h 3822538"/>
              <a:gd name="csX2" fmla="*/ 3261110 w 5752329"/>
              <a:gd name="csY2" fmla="*/ 27694 h 3822538"/>
              <a:gd name="csX3" fmla="*/ 4122163 w 5752329"/>
              <a:gd name="csY3" fmla="*/ 716295 h 3822538"/>
              <a:gd name="csX4" fmla="*/ 5455165 w 5752329"/>
              <a:gd name="csY4" fmla="*/ 1173741 h 3822538"/>
              <a:gd name="csX5" fmla="*/ 5558365 w 5752329"/>
              <a:gd name="csY5" fmla="*/ 3764341 h 3822538"/>
              <a:gd name="csX6" fmla="*/ 2102034 w 5752329"/>
              <a:gd name="csY6" fmla="*/ 2558459 h 3822538"/>
              <a:gd name="csX7" fmla="*/ 30851 w 5752329"/>
              <a:gd name="csY7" fmla="*/ 30007 h 3822538"/>
              <a:gd name="csX0" fmla="*/ 24485 w 5678767"/>
              <a:gd name="csY0" fmla="*/ 30007 h 3867703"/>
              <a:gd name="csX1" fmla="*/ 1317363 w 5678767"/>
              <a:gd name="csY1" fmla="*/ 22825 h 3867703"/>
              <a:gd name="csX2" fmla="*/ 3254744 w 5678767"/>
              <a:gd name="csY2" fmla="*/ 27694 h 3867703"/>
              <a:gd name="csX3" fmla="*/ 4115797 w 5678767"/>
              <a:gd name="csY3" fmla="*/ 716295 h 3867703"/>
              <a:gd name="csX4" fmla="*/ 5448799 w 5678767"/>
              <a:gd name="csY4" fmla="*/ 1173741 h 3867703"/>
              <a:gd name="csX5" fmla="*/ 5453809 w 5678767"/>
              <a:gd name="csY5" fmla="*/ 3825710 h 3867703"/>
              <a:gd name="csX6" fmla="*/ 2095668 w 5678767"/>
              <a:gd name="csY6" fmla="*/ 2558459 h 3867703"/>
              <a:gd name="csX7" fmla="*/ 24485 w 5678767"/>
              <a:gd name="csY7" fmla="*/ 30007 h 3867703"/>
              <a:gd name="csX0" fmla="*/ 24485 w 5678767"/>
              <a:gd name="csY0" fmla="*/ 30007 h 3835538"/>
              <a:gd name="csX1" fmla="*/ 1317363 w 5678767"/>
              <a:gd name="csY1" fmla="*/ 22825 h 3835538"/>
              <a:gd name="csX2" fmla="*/ 3254744 w 5678767"/>
              <a:gd name="csY2" fmla="*/ 27694 h 3835538"/>
              <a:gd name="csX3" fmla="*/ 4115797 w 5678767"/>
              <a:gd name="csY3" fmla="*/ 716295 h 3835538"/>
              <a:gd name="csX4" fmla="*/ 5448799 w 5678767"/>
              <a:gd name="csY4" fmla="*/ 1173741 h 3835538"/>
              <a:gd name="csX5" fmla="*/ 5453809 w 5678767"/>
              <a:gd name="csY5" fmla="*/ 3825710 h 3835538"/>
              <a:gd name="csX6" fmla="*/ 2095668 w 5678767"/>
              <a:gd name="csY6" fmla="*/ 2558459 h 3835538"/>
              <a:gd name="csX7" fmla="*/ 24485 w 5678767"/>
              <a:gd name="csY7" fmla="*/ 30007 h 3835538"/>
              <a:gd name="csX0" fmla="*/ 24669 w 5678951"/>
              <a:gd name="csY0" fmla="*/ 30007 h 3837169"/>
              <a:gd name="csX1" fmla="*/ 1317547 w 5678951"/>
              <a:gd name="csY1" fmla="*/ 22825 h 3837169"/>
              <a:gd name="csX2" fmla="*/ 3254928 w 5678951"/>
              <a:gd name="csY2" fmla="*/ 27694 h 3837169"/>
              <a:gd name="csX3" fmla="*/ 4115981 w 5678951"/>
              <a:gd name="csY3" fmla="*/ 716295 h 3837169"/>
              <a:gd name="csX4" fmla="*/ 5448983 w 5678951"/>
              <a:gd name="csY4" fmla="*/ 1173741 h 3837169"/>
              <a:gd name="csX5" fmla="*/ 5453993 w 5678951"/>
              <a:gd name="csY5" fmla="*/ 3825710 h 3837169"/>
              <a:gd name="csX6" fmla="*/ 2095852 w 5678951"/>
              <a:gd name="csY6" fmla="*/ 2558459 h 3837169"/>
              <a:gd name="csX7" fmla="*/ 24669 w 5678951"/>
              <a:gd name="csY7" fmla="*/ 30007 h 3837169"/>
              <a:gd name="csX0" fmla="*/ 32857 w 5687139"/>
              <a:gd name="csY0" fmla="*/ 30007 h 3841313"/>
              <a:gd name="csX1" fmla="*/ 1325735 w 5687139"/>
              <a:gd name="csY1" fmla="*/ 22825 h 3841313"/>
              <a:gd name="csX2" fmla="*/ 3263116 w 5687139"/>
              <a:gd name="csY2" fmla="*/ 27694 h 3841313"/>
              <a:gd name="csX3" fmla="*/ 4124169 w 5687139"/>
              <a:gd name="csY3" fmla="*/ 716295 h 3841313"/>
              <a:gd name="csX4" fmla="*/ 5457171 w 5687139"/>
              <a:gd name="csY4" fmla="*/ 1173741 h 3841313"/>
              <a:gd name="csX5" fmla="*/ 5462181 w 5687139"/>
              <a:gd name="csY5" fmla="*/ 3825710 h 3841313"/>
              <a:gd name="csX6" fmla="*/ 2104040 w 5687139"/>
              <a:gd name="csY6" fmla="*/ 2558459 h 3841313"/>
              <a:gd name="csX7" fmla="*/ 32857 w 5687139"/>
              <a:gd name="csY7" fmla="*/ 30007 h 3841313"/>
              <a:gd name="csX0" fmla="*/ 32857 w 5536067"/>
              <a:gd name="csY0" fmla="*/ 30007 h 4040914"/>
              <a:gd name="csX1" fmla="*/ 1325735 w 5536067"/>
              <a:gd name="csY1" fmla="*/ 22825 h 4040914"/>
              <a:gd name="csX2" fmla="*/ 3263116 w 5536067"/>
              <a:gd name="csY2" fmla="*/ 27694 h 4040914"/>
              <a:gd name="csX3" fmla="*/ 4124169 w 5536067"/>
              <a:gd name="csY3" fmla="*/ 716295 h 4040914"/>
              <a:gd name="csX4" fmla="*/ 5457171 w 5536067"/>
              <a:gd name="csY4" fmla="*/ 1173741 h 4040914"/>
              <a:gd name="csX5" fmla="*/ 5462181 w 5536067"/>
              <a:gd name="csY5" fmla="*/ 3825710 h 4040914"/>
              <a:gd name="csX6" fmla="*/ 2104040 w 5536067"/>
              <a:gd name="csY6" fmla="*/ 2558459 h 4040914"/>
              <a:gd name="csX7" fmla="*/ 32857 w 5536067"/>
              <a:gd name="csY7" fmla="*/ 30007 h 4040914"/>
              <a:gd name="csX0" fmla="*/ 32857 w 5479015"/>
              <a:gd name="csY0" fmla="*/ 30007 h 4040914"/>
              <a:gd name="csX1" fmla="*/ 1325735 w 5479015"/>
              <a:gd name="csY1" fmla="*/ 22825 h 4040914"/>
              <a:gd name="csX2" fmla="*/ 3263116 w 5479015"/>
              <a:gd name="csY2" fmla="*/ 27694 h 4040914"/>
              <a:gd name="csX3" fmla="*/ 4124169 w 5479015"/>
              <a:gd name="csY3" fmla="*/ 716295 h 4040914"/>
              <a:gd name="csX4" fmla="*/ 5457171 w 5479015"/>
              <a:gd name="csY4" fmla="*/ 1173741 h 4040914"/>
              <a:gd name="csX5" fmla="*/ 5462181 w 5479015"/>
              <a:gd name="csY5" fmla="*/ 3825710 h 4040914"/>
              <a:gd name="csX6" fmla="*/ 2104040 w 5479015"/>
              <a:gd name="csY6" fmla="*/ 2558459 h 4040914"/>
              <a:gd name="csX7" fmla="*/ 32857 w 5479015"/>
              <a:gd name="csY7" fmla="*/ 30007 h 4040914"/>
              <a:gd name="csX0" fmla="*/ 32857 w 5484400"/>
              <a:gd name="csY0" fmla="*/ 30007 h 4040914"/>
              <a:gd name="csX1" fmla="*/ 1325735 w 5484400"/>
              <a:gd name="csY1" fmla="*/ 22825 h 4040914"/>
              <a:gd name="csX2" fmla="*/ 3263116 w 5484400"/>
              <a:gd name="csY2" fmla="*/ 27694 h 4040914"/>
              <a:gd name="csX3" fmla="*/ 4124169 w 5484400"/>
              <a:gd name="csY3" fmla="*/ 716295 h 4040914"/>
              <a:gd name="csX4" fmla="*/ 5457171 w 5484400"/>
              <a:gd name="csY4" fmla="*/ 1173741 h 4040914"/>
              <a:gd name="csX5" fmla="*/ 5462181 w 5484400"/>
              <a:gd name="csY5" fmla="*/ 3825710 h 4040914"/>
              <a:gd name="csX6" fmla="*/ 2104040 w 5484400"/>
              <a:gd name="csY6" fmla="*/ 2558459 h 4040914"/>
              <a:gd name="csX7" fmla="*/ 32857 w 5484400"/>
              <a:gd name="csY7" fmla="*/ 30007 h 4040914"/>
              <a:gd name="csX0" fmla="*/ 32857 w 5481448"/>
              <a:gd name="csY0" fmla="*/ 30007 h 3849266"/>
              <a:gd name="csX1" fmla="*/ 1325735 w 5481448"/>
              <a:gd name="csY1" fmla="*/ 22825 h 3849266"/>
              <a:gd name="csX2" fmla="*/ 3263116 w 5481448"/>
              <a:gd name="csY2" fmla="*/ 27694 h 3849266"/>
              <a:gd name="csX3" fmla="*/ 4124169 w 5481448"/>
              <a:gd name="csY3" fmla="*/ 716295 h 3849266"/>
              <a:gd name="csX4" fmla="*/ 5457171 w 5481448"/>
              <a:gd name="csY4" fmla="*/ 1173741 h 3849266"/>
              <a:gd name="csX5" fmla="*/ 5462181 w 5481448"/>
              <a:gd name="csY5" fmla="*/ 3825710 h 3849266"/>
              <a:gd name="csX6" fmla="*/ 2104040 w 5481448"/>
              <a:gd name="csY6" fmla="*/ 2558459 h 3849266"/>
              <a:gd name="csX7" fmla="*/ 32857 w 5481448"/>
              <a:gd name="csY7" fmla="*/ 30007 h 3849266"/>
              <a:gd name="csX0" fmla="*/ 32857 w 5481448"/>
              <a:gd name="csY0" fmla="*/ 26467 h 3845726"/>
              <a:gd name="csX1" fmla="*/ 1325735 w 5481448"/>
              <a:gd name="csY1" fmla="*/ 19285 h 3845726"/>
              <a:gd name="csX2" fmla="*/ 3226294 w 5481448"/>
              <a:gd name="csY2" fmla="*/ 30291 h 3845726"/>
              <a:gd name="csX3" fmla="*/ 4124169 w 5481448"/>
              <a:gd name="csY3" fmla="*/ 712755 h 3845726"/>
              <a:gd name="csX4" fmla="*/ 5457171 w 5481448"/>
              <a:gd name="csY4" fmla="*/ 1170201 h 3845726"/>
              <a:gd name="csX5" fmla="*/ 5462181 w 5481448"/>
              <a:gd name="csY5" fmla="*/ 3822170 h 3845726"/>
              <a:gd name="csX6" fmla="*/ 2104040 w 5481448"/>
              <a:gd name="csY6" fmla="*/ 2554919 h 3845726"/>
              <a:gd name="csX7" fmla="*/ 32857 w 5481448"/>
              <a:gd name="csY7" fmla="*/ 26467 h 3845726"/>
              <a:gd name="csX0" fmla="*/ 32857 w 5547362"/>
              <a:gd name="csY0" fmla="*/ 59192 h 3878451"/>
              <a:gd name="csX1" fmla="*/ 1325735 w 5547362"/>
              <a:gd name="csY1" fmla="*/ 52010 h 3878451"/>
              <a:gd name="csX2" fmla="*/ 3226294 w 5547362"/>
              <a:gd name="csY2" fmla="*/ 63016 h 3878451"/>
              <a:gd name="csX3" fmla="*/ 4240771 w 5547362"/>
              <a:gd name="csY3" fmla="*/ 800712 h 3878451"/>
              <a:gd name="csX4" fmla="*/ 5457171 w 5547362"/>
              <a:gd name="csY4" fmla="*/ 1202926 h 3878451"/>
              <a:gd name="csX5" fmla="*/ 5462181 w 5547362"/>
              <a:gd name="csY5" fmla="*/ 3854895 h 3878451"/>
              <a:gd name="csX6" fmla="*/ 2104040 w 5547362"/>
              <a:gd name="csY6" fmla="*/ 2587644 h 3878451"/>
              <a:gd name="csX7" fmla="*/ 32857 w 5547362"/>
              <a:gd name="csY7" fmla="*/ 59192 h 3878451"/>
              <a:gd name="csX0" fmla="*/ 32857 w 5615550"/>
              <a:gd name="csY0" fmla="*/ 59192 h 3878451"/>
              <a:gd name="csX1" fmla="*/ 1325735 w 5615550"/>
              <a:gd name="csY1" fmla="*/ 52010 h 3878451"/>
              <a:gd name="csX2" fmla="*/ 3226294 w 5615550"/>
              <a:gd name="csY2" fmla="*/ 63016 h 3878451"/>
              <a:gd name="csX3" fmla="*/ 4240771 w 5615550"/>
              <a:gd name="csY3" fmla="*/ 800712 h 3878451"/>
              <a:gd name="csX4" fmla="*/ 5457171 w 5615550"/>
              <a:gd name="csY4" fmla="*/ 1202926 h 3878451"/>
              <a:gd name="csX5" fmla="*/ 5462181 w 5615550"/>
              <a:gd name="csY5" fmla="*/ 3854895 h 3878451"/>
              <a:gd name="csX6" fmla="*/ 2104040 w 5615550"/>
              <a:gd name="csY6" fmla="*/ 2587644 h 3878451"/>
              <a:gd name="csX7" fmla="*/ 32857 w 5615550"/>
              <a:gd name="csY7" fmla="*/ 59192 h 3878451"/>
              <a:gd name="csX0" fmla="*/ 32857 w 5615550"/>
              <a:gd name="csY0" fmla="*/ 116074 h 3935333"/>
              <a:gd name="csX1" fmla="*/ 1325735 w 5615550"/>
              <a:gd name="csY1" fmla="*/ 108892 h 3935333"/>
              <a:gd name="csX2" fmla="*/ 3226294 w 5615550"/>
              <a:gd name="csY2" fmla="*/ 119898 h 3935333"/>
              <a:gd name="csX3" fmla="*/ 4240771 w 5615550"/>
              <a:gd name="csY3" fmla="*/ 857594 h 3935333"/>
              <a:gd name="csX4" fmla="*/ 5457171 w 5615550"/>
              <a:gd name="csY4" fmla="*/ 1259808 h 3935333"/>
              <a:gd name="csX5" fmla="*/ 5462181 w 5615550"/>
              <a:gd name="csY5" fmla="*/ 3911777 h 3935333"/>
              <a:gd name="csX6" fmla="*/ 2104040 w 5615550"/>
              <a:gd name="csY6" fmla="*/ 2644526 h 3935333"/>
              <a:gd name="csX7" fmla="*/ 32857 w 5615550"/>
              <a:gd name="csY7" fmla="*/ 116074 h 3935333"/>
              <a:gd name="csX0" fmla="*/ 32857 w 5615550"/>
              <a:gd name="csY0" fmla="*/ 22921 h 3842180"/>
              <a:gd name="csX1" fmla="*/ 1325735 w 5615550"/>
              <a:gd name="csY1" fmla="*/ 15739 h 3842180"/>
              <a:gd name="csX2" fmla="*/ 3226294 w 5615550"/>
              <a:gd name="csY2" fmla="*/ 26745 h 3842180"/>
              <a:gd name="csX3" fmla="*/ 4240771 w 5615550"/>
              <a:gd name="csY3" fmla="*/ 764441 h 3842180"/>
              <a:gd name="csX4" fmla="*/ 5457171 w 5615550"/>
              <a:gd name="csY4" fmla="*/ 1166655 h 3842180"/>
              <a:gd name="csX5" fmla="*/ 5462181 w 5615550"/>
              <a:gd name="csY5" fmla="*/ 3818624 h 3842180"/>
              <a:gd name="csX6" fmla="*/ 2104040 w 5615550"/>
              <a:gd name="csY6" fmla="*/ 2551373 h 3842180"/>
              <a:gd name="csX7" fmla="*/ 32857 w 5615550"/>
              <a:gd name="csY7" fmla="*/ 22921 h 3842180"/>
              <a:gd name="csX0" fmla="*/ 32857 w 5481902"/>
              <a:gd name="csY0" fmla="*/ 22921 h 3842180"/>
              <a:gd name="csX1" fmla="*/ 1325735 w 5481902"/>
              <a:gd name="csY1" fmla="*/ 15739 h 3842180"/>
              <a:gd name="csX2" fmla="*/ 3226294 w 5481902"/>
              <a:gd name="csY2" fmla="*/ 26745 h 3842180"/>
              <a:gd name="csX3" fmla="*/ 4240771 w 5481902"/>
              <a:gd name="csY3" fmla="*/ 764441 h 3842180"/>
              <a:gd name="csX4" fmla="*/ 5457171 w 5481902"/>
              <a:gd name="csY4" fmla="*/ 1166655 h 3842180"/>
              <a:gd name="csX5" fmla="*/ 5462181 w 5481902"/>
              <a:gd name="csY5" fmla="*/ 3818624 h 3842180"/>
              <a:gd name="csX6" fmla="*/ 2104040 w 5481902"/>
              <a:gd name="csY6" fmla="*/ 2551373 h 3842180"/>
              <a:gd name="csX7" fmla="*/ 32857 w 5481902"/>
              <a:gd name="csY7" fmla="*/ 22921 h 3842180"/>
              <a:gd name="csX0" fmla="*/ 24531 w 5545422"/>
              <a:gd name="csY0" fmla="*/ 22921 h 3852243"/>
              <a:gd name="csX1" fmla="*/ 1317409 w 5545422"/>
              <a:gd name="csY1" fmla="*/ 15739 h 3852243"/>
              <a:gd name="csX2" fmla="*/ 3217968 w 5545422"/>
              <a:gd name="csY2" fmla="*/ 26745 h 3852243"/>
              <a:gd name="csX3" fmla="*/ 4232445 w 5545422"/>
              <a:gd name="csY3" fmla="*/ 764441 h 3852243"/>
              <a:gd name="csX4" fmla="*/ 5448845 w 5545422"/>
              <a:gd name="csY4" fmla="*/ 1166655 h 3852243"/>
              <a:gd name="csX5" fmla="*/ 5472265 w 5545422"/>
              <a:gd name="csY5" fmla="*/ 3837035 h 3852243"/>
              <a:gd name="csX6" fmla="*/ 2095714 w 5545422"/>
              <a:gd name="csY6" fmla="*/ 2551373 h 3852243"/>
              <a:gd name="csX7" fmla="*/ 24531 w 5545422"/>
              <a:gd name="csY7" fmla="*/ 22921 h 3852243"/>
              <a:gd name="csX0" fmla="*/ 24531 w 5532096"/>
              <a:gd name="csY0" fmla="*/ 22921 h 3878447"/>
              <a:gd name="csX1" fmla="*/ 1317409 w 5532096"/>
              <a:gd name="csY1" fmla="*/ 15739 h 3878447"/>
              <a:gd name="csX2" fmla="*/ 3217968 w 5532096"/>
              <a:gd name="csY2" fmla="*/ 26745 h 3878447"/>
              <a:gd name="csX3" fmla="*/ 4232445 w 5532096"/>
              <a:gd name="csY3" fmla="*/ 764441 h 3878447"/>
              <a:gd name="csX4" fmla="*/ 5448845 w 5532096"/>
              <a:gd name="csY4" fmla="*/ 1166655 h 3878447"/>
              <a:gd name="csX5" fmla="*/ 5472265 w 5532096"/>
              <a:gd name="csY5" fmla="*/ 3837035 h 3878447"/>
              <a:gd name="csX6" fmla="*/ 2095714 w 5532096"/>
              <a:gd name="csY6" fmla="*/ 2551373 h 3878447"/>
              <a:gd name="csX7" fmla="*/ 24531 w 5532096"/>
              <a:gd name="csY7" fmla="*/ 22921 h 3878447"/>
              <a:gd name="csX0" fmla="*/ 24531 w 5473624"/>
              <a:gd name="csY0" fmla="*/ 22921 h 3878447"/>
              <a:gd name="csX1" fmla="*/ 1317409 w 5473624"/>
              <a:gd name="csY1" fmla="*/ 15739 h 3878447"/>
              <a:gd name="csX2" fmla="*/ 3217968 w 5473624"/>
              <a:gd name="csY2" fmla="*/ 26745 h 3878447"/>
              <a:gd name="csX3" fmla="*/ 4232445 w 5473624"/>
              <a:gd name="csY3" fmla="*/ 764441 h 3878447"/>
              <a:gd name="csX4" fmla="*/ 5448845 w 5473624"/>
              <a:gd name="csY4" fmla="*/ 1166655 h 3878447"/>
              <a:gd name="csX5" fmla="*/ 5472265 w 5473624"/>
              <a:gd name="csY5" fmla="*/ 3837035 h 3878447"/>
              <a:gd name="csX6" fmla="*/ 2095714 w 5473624"/>
              <a:gd name="csY6" fmla="*/ 2551373 h 3878447"/>
              <a:gd name="csX7" fmla="*/ 24531 w 5473624"/>
              <a:gd name="csY7" fmla="*/ 22921 h 3878447"/>
              <a:gd name="csX0" fmla="*/ 24531 w 5473624"/>
              <a:gd name="csY0" fmla="*/ 22921 h 3878447"/>
              <a:gd name="csX1" fmla="*/ 1317409 w 5473624"/>
              <a:gd name="csY1" fmla="*/ 15739 h 3878447"/>
              <a:gd name="csX2" fmla="*/ 3217968 w 5473624"/>
              <a:gd name="csY2" fmla="*/ 26745 h 3878447"/>
              <a:gd name="csX3" fmla="*/ 4232445 w 5473624"/>
              <a:gd name="csY3" fmla="*/ 764441 h 3878447"/>
              <a:gd name="csX4" fmla="*/ 5448845 w 5473624"/>
              <a:gd name="csY4" fmla="*/ 1166655 h 3878447"/>
              <a:gd name="csX5" fmla="*/ 5472265 w 5473624"/>
              <a:gd name="csY5" fmla="*/ 3837035 h 3878447"/>
              <a:gd name="csX6" fmla="*/ 2095714 w 5473624"/>
              <a:gd name="csY6" fmla="*/ 2551373 h 3878447"/>
              <a:gd name="csX7" fmla="*/ 24531 w 5473624"/>
              <a:gd name="csY7" fmla="*/ 22921 h 3878447"/>
              <a:gd name="csX0" fmla="*/ 24531 w 5473624"/>
              <a:gd name="csY0" fmla="*/ 22921 h 3878447"/>
              <a:gd name="csX1" fmla="*/ 1317409 w 5473624"/>
              <a:gd name="csY1" fmla="*/ 15739 h 3878447"/>
              <a:gd name="csX2" fmla="*/ 3217968 w 5473624"/>
              <a:gd name="csY2" fmla="*/ 26745 h 3878447"/>
              <a:gd name="csX3" fmla="*/ 4232445 w 5473624"/>
              <a:gd name="csY3" fmla="*/ 764441 h 3878447"/>
              <a:gd name="csX4" fmla="*/ 5448845 w 5473624"/>
              <a:gd name="csY4" fmla="*/ 1166655 h 3878447"/>
              <a:gd name="csX5" fmla="*/ 5472265 w 5473624"/>
              <a:gd name="csY5" fmla="*/ 3837035 h 3878447"/>
              <a:gd name="csX6" fmla="*/ 2095714 w 5473624"/>
              <a:gd name="csY6" fmla="*/ 2551373 h 3878447"/>
              <a:gd name="csX7" fmla="*/ 24531 w 5473624"/>
              <a:gd name="csY7" fmla="*/ 22921 h 3878447"/>
              <a:gd name="csX0" fmla="*/ 24531 w 5473624"/>
              <a:gd name="csY0" fmla="*/ 22921 h 3878447"/>
              <a:gd name="csX1" fmla="*/ 1317409 w 5473624"/>
              <a:gd name="csY1" fmla="*/ 15739 h 3878447"/>
              <a:gd name="csX2" fmla="*/ 3217968 w 5473624"/>
              <a:gd name="csY2" fmla="*/ 26745 h 3878447"/>
              <a:gd name="csX3" fmla="*/ 4232445 w 5473624"/>
              <a:gd name="csY3" fmla="*/ 764441 h 3878447"/>
              <a:gd name="csX4" fmla="*/ 5448845 w 5473624"/>
              <a:gd name="csY4" fmla="*/ 1166655 h 3878447"/>
              <a:gd name="csX5" fmla="*/ 5472265 w 5473624"/>
              <a:gd name="csY5" fmla="*/ 3837035 h 3878447"/>
              <a:gd name="csX6" fmla="*/ 2095714 w 5473624"/>
              <a:gd name="csY6" fmla="*/ 2551373 h 3878447"/>
              <a:gd name="csX7" fmla="*/ 24531 w 5473624"/>
              <a:gd name="csY7" fmla="*/ 22921 h 3878447"/>
              <a:gd name="csX0" fmla="*/ 24531 w 5473624"/>
              <a:gd name="csY0" fmla="*/ 22921 h 3878447"/>
              <a:gd name="csX1" fmla="*/ 1317409 w 5473624"/>
              <a:gd name="csY1" fmla="*/ 15739 h 3878447"/>
              <a:gd name="csX2" fmla="*/ 3217968 w 5473624"/>
              <a:gd name="csY2" fmla="*/ 26745 h 3878447"/>
              <a:gd name="csX3" fmla="*/ 4232445 w 5473624"/>
              <a:gd name="csY3" fmla="*/ 764441 h 3878447"/>
              <a:gd name="csX4" fmla="*/ 5448845 w 5473624"/>
              <a:gd name="csY4" fmla="*/ 1166655 h 3878447"/>
              <a:gd name="csX5" fmla="*/ 5472265 w 5473624"/>
              <a:gd name="csY5" fmla="*/ 3837035 h 3878447"/>
              <a:gd name="csX6" fmla="*/ 2095714 w 5473624"/>
              <a:gd name="csY6" fmla="*/ 2551373 h 3878447"/>
              <a:gd name="csX7" fmla="*/ 24531 w 5473624"/>
              <a:gd name="csY7" fmla="*/ 22921 h 3878447"/>
              <a:gd name="csX0" fmla="*/ 24500 w 5528544"/>
              <a:gd name="csY0" fmla="*/ 22921 h 3825006"/>
              <a:gd name="csX1" fmla="*/ 1317378 w 5528544"/>
              <a:gd name="csY1" fmla="*/ 15739 h 3825006"/>
              <a:gd name="csX2" fmla="*/ 3217937 w 5528544"/>
              <a:gd name="csY2" fmla="*/ 26745 h 3825006"/>
              <a:gd name="csX3" fmla="*/ 4232414 w 5528544"/>
              <a:gd name="csY3" fmla="*/ 764441 h 3825006"/>
              <a:gd name="csX4" fmla="*/ 5448814 w 5528544"/>
              <a:gd name="csY4" fmla="*/ 1166655 h 3825006"/>
              <a:gd name="csX5" fmla="*/ 5459961 w 5528544"/>
              <a:gd name="csY5" fmla="*/ 3781803 h 3825006"/>
              <a:gd name="csX6" fmla="*/ 2095683 w 5528544"/>
              <a:gd name="csY6" fmla="*/ 2551373 h 3825006"/>
              <a:gd name="csX7" fmla="*/ 24500 w 5528544"/>
              <a:gd name="csY7" fmla="*/ 22921 h 3825006"/>
              <a:gd name="csX0" fmla="*/ 24500 w 5461326"/>
              <a:gd name="csY0" fmla="*/ 22921 h 3825006"/>
              <a:gd name="csX1" fmla="*/ 1317378 w 5461326"/>
              <a:gd name="csY1" fmla="*/ 15739 h 3825006"/>
              <a:gd name="csX2" fmla="*/ 3217937 w 5461326"/>
              <a:gd name="csY2" fmla="*/ 26745 h 3825006"/>
              <a:gd name="csX3" fmla="*/ 4232414 w 5461326"/>
              <a:gd name="csY3" fmla="*/ 764441 h 3825006"/>
              <a:gd name="csX4" fmla="*/ 5448814 w 5461326"/>
              <a:gd name="csY4" fmla="*/ 1166655 h 3825006"/>
              <a:gd name="csX5" fmla="*/ 5459961 w 5461326"/>
              <a:gd name="csY5" fmla="*/ 3781803 h 3825006"/>
              <a:gd name="csX6" fmla="*/ 2095683 w 5461326"/>
              <a:gd name="csY6" fmla="*/ 2551373 h 3825006"/>
              <a:gd name="csX7" fmla="*/ 24500 w 5461326"/>
              <a:gd name="csY7" fmla="*/ 22921 h 3825006"/>
              <a:gd name="csX0" fmla="*/ 26480 w 5463374"/>
              <a:gd name="csY0" fmla="*/ 22921 h 3833636"/>
              <a:gd name="csX1" fmla="*/ 1319358 w 5463374"/>
              <a:gd name="csY1" fmla="*/ 15739 h 3833636"/>
              <a:gd name="csX2" fmla="*/ 3219917 w 5463374"/>
              <a:gd name="csY2" fmla="*/ 26745 h 3833636"/>
              <a:gd name="csX3" fmla="*/ 4234394 w 5463374"/>
              <a:gd name="csY3" fmla="*/ 764441 h 3833636"/>
              <a:gd name="csX4" fmla="*/ 5450794 w 5463374"/>
              <a:gd name="csY4" fmla="*/ 1166655 h 3833636"/>
              <a:gd name="csX5" fmla="*/ 5461941 w 5463374"/>
              <a:gd name="csY5" fmla="*/ 3781803 h 3833636"/>
              <a:gd name="csX6" fmla="*/ 2097663 w 5463374"/>
              <a:gd name="csY6" fmla="*/ 2551373 h 3833636"/>
              <a:gd name="csX7" fmla="*/ 26480 w 5463374"/>
              <a:gd name="csY7" fmla="*/ 22921 h 3833636"/>
              <a:gd name="csX0" fmla="*/ 29686 w 5466683"/>
              <a:gd name="csY0" fmla="*/ 22921 h 3838215"/>
              <a:gd name="csX1" fmla="*/ 1322564 w 5466683"/>
              <a:gd name="csY1" fmla="*/ 15739 h 3838215"/>
              <a:gd name="csX2" fmla="*/ 3223123 w 5466683"/>
              <a:gd name="csY2" fmla="*/ 26745 h 3838215"/>
              <a:gd name="csX3" fmla="*/ 4237600 w 5466683"/>
              <a:gd name="csY3" fmla="*/ 764441 h 3838215"/>
              <a:gd name="csX4" fmla="*/ 5454000 w 5466683"/>
              <a:gd name="csY4" fmla="*/ 1166655 h 3838215"/>
              <a:gd name="csX5" fmla="*/ 5465147 w 5466683"/>
              <a:gd name="csY5" fmla="*/ 3781803 h 3838215"/>
              <a:gd name="csX6" fmla="*/ 2100869 w 5466683"/>
              <a:gd name="csY6" fmla="*/ 2551373 h 3838215"/>
              <a:gd name="csX7" fmla="*/ 29686 w 5466683"/>
              <a:gd name="csY7" fmla="*/ 22921 h 38382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5466683" h="3838215">
                <a:moveTo>
                  <a:pt x="29686" y="22921"/>
                </a:moveTo>
                <a:lnTo>
                  <a:pt x="1322564" y="15739"/>
                </a:lnTo>
                <a:cubicBezTo>
                  <a:pt x="2018454" y="-2034"/>
                  <a:pt x="3130046" y="-12122"/>
                  <a:pt x="3223123" y="26745"/>
                </a:cubicBezTo>
                <a:cubicBezTo>
                  <a:pt x="3316200" y="65612"/>
                  <a:pt x="3574284" y="438421"/>
                  <a:pt x="4237600" y="764441"/>
                </a:cubicBezTo>
                <a:cubicBezTo>
                  <a:pt x="4630891" y="1004544"/>
                  <a:pt x="5408968" y="1130166"/>
                  <a:pt x="5454000" y="1166655"/>
                </a:cubicBezTo>
                <a:cubicBezTo>
                  <a:pt x="5499032" y="1203144"/>
                  <a:pt x="5396659" y="3536853"/>
                  <a:pt x="5465147" y="3781803"/>
                </a:cubicBezTo>
                <a:cubicBezTo>
                  <a:pt x="5533635" y="4026753"/>
                  <a:pt x="3295215" y="3447877"/>
                  <a:pt x="2100869" y="2551373"/>
                </a:cubicBezTo>
                <a:cubicBezTo>
                  <a:pt x="906523" y="1654869"/>
                  <a:pt x="-196537" y="22080"/>
                  <a:pt x="29686" y="22921"/>
                </a:cubicBezTo>
                <a:close/>
              </a:path>
            </a:pathLst>
          </a:custGeom>
          <a:solidFill>
            <a:schemeClr val="accent2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179F87D-9E78-630F-8D48-761CA4F31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4457"/>
            <a:ext cx="5935135" cy="685800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F3C3FE79-604D-07D9-0C99-816CF04D4B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3864" y="6613946"/>
            <a:ext cx="603109" cy="201936"/>
          </a:xfrm>
          <a:prstGeom prst="rect">
            <a:avLst/>
          </a:prstGeom>
        </p:spPr>
        <p:txBody>
          <a:bodyPr anchor="ctr"/>
          <a:lstStyle>
            <a:lvl1pPr>
              <a:defRPr sz="1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0B593D6-B212-C744-B293-4C5C60D5655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DD9C3484-EB06-5455-DE29-89D6C54D18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11066"/>
            <a:ext cx="5935134" cy="515069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2E4B3ED-BA6F-30DB-E803-1A1248E6FBA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646334" y="4009813"/>
            <a:ext cx="5088464" cy="245194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916C44D-FA61-667B-4172-6007BCD83296}"/>
              </a:ext>
            </a:extLst>
          </p:cNvPr>
          <p:cNvGrpSpPr/>
          <p:nvPr userDrawn="1"/>
        </p:nvGrpSpPr>
        <p:grpSpPr>
          <a:xfrm>
            <a:off x="0" y="424076"/>
            <a:ext cx="269823" cy="760513"/>
            <a:chOff x="0" y="389744"/>
            <a:chExt cx="269823" cy="760513"/>
          </a:xfrm>
          <a:solidFill>
            <a:schemeClr val="bg1"/>
          </a:solidFill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2320FE75-BBE6-905C-A5BC-403849981AED}"/>
                </a:ext>
              </a:extLst>
            </p:cNvPr>
            <p:cNvSpPr/>
            <p:nvPr userDrawn="1"/>
          </p:nvSpPr>
          <p:spPr>
            <a:xfrm>
              <a:off x="1" y="389744"/>
              <a:ext cx="149902" cy="760513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23B007A1-232F-FF56-4389-823B78BEDD4E}"/>
                </a:ext>
              </a:extLst>
            </p:cNvPr>
            <p:cNvSpPr/>
            <p:nvPr userDrawn="1"/>
          </p:nvSpPr>
          <p:spPr>
            <a:xfrm>
              <a:off x="0" y="389744"/>
              <a:ext cx="269823" cy="760513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Picture 5" descr="A pixelated letter b and a green and orange letter&#10;&#10;Description automatically generated with medium confidence">
            <a:extLst>
              <a:ext uri="{FF2B5EF4-FFF2-40B4-BE49-F238E27FC236}">
                <a16:creationId xmlns:a16="http://schemas.microsoft.com/office/drawing/2014/main" id="{66556EA0-B4B3-55DE-F99A-D8F537166F4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4248" y="6276811"/>
            <a:ext cx="1076961" cy="337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60532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cialty_Title / Body / Sub-Body / Wkfrc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5068419-3759-851F-CA9C-5C25ADF74CB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66" b="665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179F87D-9E78-630F-8D48-761CA4F31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4457"/>
            <a:ext cx="5935135" cy="685800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8E5ADD-EC46-9152-3F49-FB2FBC6E48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3864" y="6613946"/>
            <a:ext cx="603109" cy="201936"/>
          </a:xfrm>
          <a:prstGeom prst="rect">
            <a:avLst/>
          </a:prstGeom>
        </p:spPr>
        <p:txBody>
          <a:bodyPr anchor="ctr"/>
          <a:lstStyle>
            <a:lvl1pPr>
              <a:defRPr sz="1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0B593D6-B212-C744-B293-4C5C60D5655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E341742E-B9DE-28E3-51FA-920ADDDAE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11066"/>
            <a:ext cx="5935134" cy="515069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A450DE5-D7A5-C59C-B45B-B13F3A33396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646334" y="4009813"/>
            <a:ext cx="5088464" cy="245194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050FE58-1D2C-9256-19C6-E2920CD603B8}"/>
              </a:ext>
            </a:extLst>
          </p:cNvPr>
          <p:cNvGrpSpPr/>
          <p:nvPr userDrawn="1"/>
        </p:nvGrpSpPr>
        <p:grpSpPr>
          <a:xfrm>
            <a:off x="0" y="424076"/>
            <a:ext cx="269823" cy="760513"/>
            <a:chOff x="0" y="389744"/>
            <a:chExt cx="269823" cy="760513"/>
          </a:xfrm>
          <a:solidFill>
            <a:schemeClr val="bg1"/>
          </a:solidFill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56B6514D-F8F6-B614-B2C3-52F7A81A36DB}"/>
                </a:ext>
              </a:extLst>
            </p:cNvPr>
            <p:cNvSpPr/>
            <p:nvPr userDrawn="1"/>
          </p:nvSpPr>
          <p:spPr>
            <a:xfrm>
              <a:off x="1" y="389744"/>
              <a:ext cx="149902" cy="760513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9272EF60-4A13-C857-4FDE-6F51F6B36CE2}"/>
                </a:ext>
              </a:extLst>
            </p:cNvPr>
            <p:cNvSpPr/>
            <p:nvPr userDrawn="1"/>
          </p:nvSpPr>
          <p:spPr>
            <a:xfrm>
              <a:off x="0" y="389744"/>
              <a:ext cx="269823" cy="760513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 descr="A pixelated letter b and a green and orange letter&#10;&#10;Description automatically generated with medium confidence">
            <a:extLst>
              <a:ext uri="{FF2B5EF4-FFF2-40B4-BE49-F238E27FC236}">
                <a16:creationId xmlns:a16="http://schemas.microsoft.com/office/drawing/2014/main" id="{7B17625C-07D9-D95D-2B1A-B6D87F080F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4248" y="6276811"/>
            <a:ext cx="1076961" cy="337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15675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cialty_Title / Body / Sub-Body / Offic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6586DC5-B096-3728-3264-F6378CC88E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73" b="17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179F87D-9E78-630F-8D48-761CA4F31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4457"/>
            <a:ext cx="5935135" cy="685800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45CE2268-1634-BD77-2FE2-F251E9D6B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11065"/>
            <a:ext cx="5935134" cy="508247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B4F438A4-CFAE-8F4E-7F4B-CB155AE3F1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3864" y="6613946"/>
            <a:ext cx="603109" cy="201936"/>
          </a:xfrm>
          <a:prstGeom prst="rect">
            <a:avLst/>
          </a:prstGeom>
        </p:spPr>
        <p:txBody>
          <a:bodyPr anchor="ctr"/>
          <a:lstStyle>
            <a:lvl1pPr>
              <a:defRPr sz="1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0B593D6-B212-C744-B293-4C5C60D5655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330F5A7-CD86-B9B9-0AB6-B20848FA52BA}"/>
              </a:ext>
            </a:extLst>
          </p:cNvPr>
          <p:cNvGrpSpPr/>
          <p:nvPr userDrawn="1"/>
        </p:nvGrpSpPr>
        <p:grpSpPr>
          <a:xfrm>
            <a:off x="0" y="424076"/>
            <a:ext cx="269823" cy="760513"/>
            <a:chOff x="0" y="389744"/>
            <a:chExt cx="269823" cy="760513"/>
          </a:xfrm>
          <a:solidFill>
            <a:schemeClr val="bg1"/>
          </a:solidFill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9BB044EA-2751-AC9F-04EF-6F2FFE7126D7}"/>
                </a:ext>
              </a:extLst>
            </p:cNvPr>
            <p:cNvSpPr/>
            <p:nvPr userDrawn="1"/>
          </p:nvSpPr>
          <p:spPr>
            <a:xfrm>
              <a:off x="1" y="389744"/>
              <a:ext cx="149902" cy="760513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256C41FE-F599-BF7A-0473-AFB9A6E9E950}"/>
                </a:ext>
              </a:extLst>
            </p:cNvPr>
            <p:cNvSpPr/>
            <p:nvPr userDrawn="1"/>
          </p:nvSpPr>
          <p:spPr>
            <a:xfrm>
              <a:off x="0" y="389744"/>
              <a:ext cx="269823" cy="760513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Picture 5" descr="A pixelated letter b and a green and orange letter&#10;&#10;Description automatically generated with medium confidence">
            <a:extLst>
              <a:ext uri="{FF2B5EF4-FFF2-40B4-BE49-F238E27FC236}">
                <a16:creationId xmlns:a16="http://schemas.microsoft.com/office/drawing/2014/main" id="{D101B6CA-0E45-5FBC-ED9D-F82248AEF0B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4248" y="6276811"/>
            <a:ext cx="1076961" cy="337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6516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/ Subtitle / Body / Bottom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B37D0C6-F727-1BA6-8886-C1C776BAC8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77C87C2-E44E-1A74-B124-C2B61D507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7044"/>
            <a:ext cx="11295993" cy="685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40401214-680A-26B2-5245-F6F40563F38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0" y="1692166"/>
            <a:ext cx="11277600" cy="3387834"/>
          </a:xfrm>
          <a:prstGeom prst="rect">
            <a:avLst/>
          </a:prstGeom>
        </p:spPr>
        <p:txBody>
          <a:bodyPr lIns="0" tIns="0" rIns="0" bIns="0"/>
          <a:lstStyle>
            <a:lvl1pPr indent="-182880">
              <a:buClr>
                <a:schemeClr val="accent2"/>
              </a:buClr>
              <a:defRPr kern="0" baseline="0">
                <a:solidFill>
                  <a:schemeClr val="bg1"/>
                </a:solidFill>
              </a:defRPr>
            </a:lvl1pPr>
            <a:lvl2pPr marL="320040" indent="-182880">
              <a:buClr>
                <a:schemeClr val="accent2"/>
              </a:buClr>
              <a:defRPr kern="0" baseline="0">
                <a:solidFill>
                  <a:schemeClr val="bg1"/>
                </a:solidFill>
              </a:defRPr>
            </a:lvl2pPr>
            <a:lvl3pPr marL="457200">
              <a:buClr>
                <a:schemeClr val="accent2"/>
              </a:buClr>
              <a:defRPr kern="0" baseline="0">
                <a:solidFill>
                  <a:schemeClr val="bg1"/>
                </a:solidFill>
              </a:defRPr>
            </a:lvl3pPr>
            <a:lvl4pPr marL="640080">
              <a:buClr>
                <a:schemeClr val="accent2"/>
              </a:buClr>
              <a:defRPr kern="0" baseline="0">
                <a:solidFill>
                  <a:schemeClr val="bg1"/>
                </a:solidFill>
              </a:defRPr>
            </a:lvl4pPr>
            <a:lvl5pPr marL="777240" indent="-137160">
              <a:buClr>
                <a:schemeClr val="accent2"/>
              </a:buClr>
              <a:buFont typeface="System Font Regular"/>
              <a:buChar char="▫"/>
              <a:defRPr kern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822390C-BB50-345E-1147-E900314C27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1089432"/>
            <a:ext cx="11277600" cy="492037"/>
          </a:xfrm>
          <a:prstGeom prst="rect">
            <a:avLst/>
          </a:prstGeom>
        </p:spPr>
        <p:txBody>
          <a:bodyPr lIns="0" tIns="0" rIns="0" anchor="t"/>
          <a:lstStyle>
            <a:lvl1pPr marL="0" indent="0">
              <a:buFontTx/>
              <a:buNone/>
              <a:defRPr sz="1800" b="1" kern="0" baseline="0">
                <a:solidFill>
                  <a:schemeClr val="bg1"/>
                </a:solidFill>
              </a:defRPr>
            </a:lvl1pPr>
            <a:lvl2pPr marL="320040" indent="0">
              <a:buFontTx/>
              <a:buNone/>
              <a:defRPr/>
            </a:lvl2pPr>
            <a:lvl3pPr marL="594360" indent="0">
              <a:buFontTx/>
              <a:buNone/>
              <a:defRPr/>
            </a:lvl3pPr>
            <a:lvl4pPr marL="868680" indent="0">
              <a:buFontTx/>
              <a:buNone/>
              <a:defRPr/>
            </a:lvl4pPr>
            <a:lvl5pPr marL="109728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36F293-1FCE-E0C7-BDE4-984C6296BB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3864" y="6613946"/>
            <a:ext cx="603109" cy="201936"/>
          </a:xfrm>
          <a:prstGeom prst="rect">
            <a:avLst/>
          </a:prstGeom>
        </p:spPr>
        <p:txBody>
          <a:bodyPr anchor="ctr"/>
          <a:lstStyle>
            <a:lvl1pPr>
              <a:defRPr sz="1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0B593D6-B212-C744-B293-4C5C60D5655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3D3EBAF-7E03-3EB5-74DF-88D02768381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084265" y="5102727"/>
            <a:ext cx="10118978" cy="1784389"/>
          </a:xfrm>
          <a:custGeom>
            <a:avLst/>
            <a:gdLst>
              <a:gd name="csX0" fmla="*/ 26864 w 10109200"/>
              <a:gd name="csY0" fmla="*/ 778241 h 1735138"/>
              <a:gd name="csX1" fmla="*/ 4618318 w 10109200"/>
              <a:gd name="csY1" fmla="*/ 3238 h 1735138"/>
              <a:gd name="csX2" fmla="*/ 5666976 w 10109200"/>
              <a:gd name="csY2" fmla="*/ 6391 h 1735138"/>
              <a:gd name="csX3" fmla="*/ 9042141 w 10109200"/>
              <a:gd name="csY3" fmla="*/ 1400717 h 1735138"/>
              <a:gd name="csX4" fmla="*/ 26864 w 10109200"/>
              <a:gd name="csY4" fmla="*/ 778241 h 1735138"/>
              <a:gd name="csX0" fmla="*/ 0 w 10113724"/>
              <a:gd name="csY0" fmla="*/ 1924241 h 1958606"/>
              <a:gd name="csX1" fmla="*/ 4616854 w 10113724"/>
              <a:gd name="csY1" fmla="*/ 133238 h 1958606"/>
              <a:gd name="csX2" fmla="*/ 5665512 w 10113724"/>
              <a:gd name="csY2" fmla="*/ 136391 h 1958606"/>
              <a:gd name="csX3" fmla="*/ 9040677 w 10113724"/>
              <a:gd name="csY3" fmla="*/ 1530717 h 1958606"/>
              <a:gd name="csX4" fmla="*/ 0 w 10113724"/>
              <a:gd name="csY4" fmla="*/ 1924241 h 1958606"/>
              <a:gd name="csX0" fmla="*/ 0 w 10958980"/>
              <a:gd name="csY0" fmla="*/ 1924241 h 1981820"/>
              <a:gd name="csX1" fmla="*/ 4616854 w 10958980"/>
              <a:gd name="csY1" fmla="*/ 133238 h 1981820"/>
              <a:gd name="csX2" fmla="*/ 5665512 w 10958980"/>
              <a:gd name="csY2" fmla="*/ 136391 h 1981820"/>
              <a:gd name="csX3" fmla="*/ 10082077 w 10958980"/>
              <a:gd name="csY3" fmla="*/ 1903250 h 1981820"/>
              <a:gd name="csX4" fmla="*/ 0 w 10958980"/>
              <a:gd name="csY4" fmla="*/ 1924241 h 1981820"/>
              <a:gd name="csX0" fmla="*/ 0 w 10958980"/>
              <a:gd name="csY0" fmla="*/ 1924241 h 2010458"/>
              <a:gd name="csX1" fmla="*/ 4616854 w 10958980"/>
              <a:gd name="csY1" fmla="*/ 133238 h 2010458"/>
              <a:gd name="csX2" fmla="*/ 5665512 w 10958980"/>
              <a:gd name="csY2" fmla="*/ 136391 h 2010458"/>
              <a:gd name="csX3" fmla="*/ 10082077 w 10958980"/>
              <a:gd name="csY3" fmla="*/ 1903250 h 2010458"/>
              <a:gd name="csX4" fmla="*/ 0 w 10958980"/>
              <a:gd name="csY4" fmla="*/ 1924241 h 2010458"/>
              <a:gd name="csX0" fmla="*/ 0 w 10958980"/>
              <a:gd name="csY0" fmla="*/ 1924241 h 1924241"/>
              <a:gd name="csX1" fmla="*/ 4616854 w 10958980"/>
              <a:gd name="csY1" fmla="*/ 133238 h 1924241"/>
              <a:gd name="csX2" fmla="*/ 5665512 w 10958980"/>
              <a:gd name="csY2" fmla="*/ 136391 h 1924241"/>
              <a:gd name="csX3" fmla="*/ 10082077 w 10958980"/>
              <a:gd name="csY3" fmla="*/ 1903250 h 1924241"/>
              <a:gd name="csX4" fmla="*/ 0 w 10958980"/>
              <a:gd name="csY4" fmla="*/ 1924241 h 1924241"/>
              <a:gd name="csX0" fmla="*/ 0 w 10966109"/>
              <a:gd name="csY0" fmla="*/ 1924241 h 1937117"/>
              <a:gd name="csX1" fmla="*/ 4616854 w 10966109"/>
              <a:gd name="csY1" fmla="*/ 133238 h 1937117"/>
              <a:gd name="csX2" fmla="*/ 5665512 w 10966109"/>
              <a:gd name="csY2" fmla="*/ 136391 h 1937117"/>
              <a:gd name="csX3" fmla="*/ 10090544 w 10966109"/>
              <a:gd name="csY3" fmla="*/ 1937117 h 1937117"/>
              <a:gd name="csX4" fmla="*/ 0 w 10966109"/>
              <a:gd name="csY4" fmla="*/ 1924241 h 1937117"/>
              <a:gd name="csX0" fmla="*/ 0 w 11510566"/>
              <a:gd name="csY0" fmla="*/ 1903614 h 1916490"/>
              <a:gd name="csX1" fmla="*/ 4616854 w 11510566"/>
              <a:gd name="csY1" fmla="*/ 112611 h 1916490"/>
              <a:gd name="csX2" fmla="*/ 7968445 w 11510566"/>
              <a:gd name="csY2" fmla="*/ 183498 h 1916490"/>
              <a:gd name="csX3" fmla="*/ 10090544 w 11510566"/>
              <a:gd name="csY3" fmla="*/ 1916490 h 1916490"/>
              <a:gd name="csX4" fmla="*/ 0 w 11510566"/>
              <a:gd name="csY4" fmla="*/ 1903614 h 1916490"/>
              <a:gd name="csX0" fmla="*/ 0 w 11510566"/>
              <a:gd name="csY0" fmla="*/ 1722156 h 1735032"/>
              <a:gd name="csX1" fmla="*/ 3516187 w 11510566"/>
              <a:gd name="csY1" fmla="*/ 278287 h 1735032"/>
              <a:gd name="csX2" fmla="*/ 7968445 w 11510566"/>
              <a:gd name="csY2" fmla="*/ 2040 h 1735032"/>
              <a:gd name="csX3" fmla="*/ 10090544 w 11510566"/>
              <a:gd name="csY3" fmla="*/ 1735032 h 1735032"/>
              <a:gd name="csX4" fmla="*/ 0 w 11510566"/>
              <a:gd name="csY4" fmla="*/ 1722156 h 1735032"/>
              <a:gd name="csX0" fmla="*/ 0 w 11510566"/>
              <a:gd name="csY0" fmla="*/ 1720258 h 1733134"/>
              <a:gd name="csX1" fmla="*/ 3820987 w 11510566"/>
              <a:gd name="csY1" fmla="*/ 555789 h 1733134"/>
              <a:gd name="csX2" fmla="*/ 7968445 w 11510566"/>
              <a:gd name="csY2" fmla="*/ 142 h 1733134"/>
              <a:gd name="csX3" fmla="*/ 10090544 w 11510566"/>
              <a:gd name="csY3" fmla="*/ 1733134 h 1733134"/>
              <a:gd name="csX4" fmla="*/ 0 w 11510566"/>
              <a:gd name="csY4" fmla="*/ 1720258 h 1733134"/>
              <a:gd name="csX0" fmla="*/ 0 w 11510566"/>
              <a:gd name="csY0" fmla="*/ 1724433 h 1737309"/>
              <a:gd name="csX1" fmla="*/ 3761721 w 11510566"/>
              <a:gd name="csY1" fmla="*/ 255164 h 1737309"/>
              <a:gd name="csX2" fmla="*/ 7968445 w 11510566"/>
              <a:gd name="csY2" fmla="*/ 4317 h 1737309"/>
              <a:gd name="csX3" fmla="*/ 10090544 w 11510566"/>
              <a:gd name="csY3" fmla="*/ 1737309 h 1737309"/>
              <a:gd name="csX4" fmla="*/ 0 w 11510566"/>
              <a:gd name="csY4" fmla="*/ 1724433 h 1737309"/>
              <a:gd name="csX0" fmla="*/ 0 w 11510566"/>
              <a:gd name="csY0" fmla="*/ 1720847 h 1733723"/>
              <a:gd name="csX1" fmla="*/ 3761721 w 11510566"/>
              <a:gd name="csY1" fmla="*/ 251578 h 1733723"/>
              <a:gd name="csX2" fmla="*/ 7968445 w 11510566"/>
              <a:gd name="csY2" fmla="*/ 731 h 1733723"/>
              <a:gd name="csX3" fmla="*/ 10090544 w 11510566"/>
              <a:gd name="csY3" fmla="*/ 1733723 h 1733723"/>
              <a:gd name="csX4" fmla="*/ 0 w 11510566"/>
              <a:gd name="csY4" fmla="*/ 1720847 h 1733723"/>
              <a:gd name="csX0" fmla="*/ 0 w 11510566"/>
              <a:gd name="csY0" fmla="*/ 1758169 h 1771045"/>
              <a:gd name="csX1" fmla="*/ 4625321 w 11510566"/>
              <a:gd name="csY1" fmla="*/ 128033 h 1771045"/>
              <a:gd name="csX2" fmla="*/ 7968445 w 11510566"/>
              <a:gd name="csY2" fmla="*/ 38053 h 1771045"/>
              <a:gd name="csX3" fmla="*/ 10090544 w 11510566"/>
              <a:gd name="csY3" fmla="*/ 1771045 h 1771045"/>
              <a:gd name="csX4" fmla="*/ 0 w 11510566"/>
              <a:gd name="csY4" fmla="*/ 1758169 h 1771045"/>
              <a:gd name="csX0" fmla="*/ 0 w 11510566"/>
              <a:gd name="csY0" fmla="*/ 1720551 h 1733427"/>
              <a:gd name="csX1" fmla="*/ 4625321 w 11510566"/>
              <a:gd name="csY1" fmla="*/ 90415 h 1733427"/>
              <a:gd name="csX2" fmla="*/ 7968445 w 11510566"/>
              <a:gd name="csY2" fmla="*/ 435 h 1733427"/>
              <a:gd name="csX3" fmla="*/ 10090544 w 11510566"/>
              <a:gd name="csY3" fmla="*/ 1733427 h 1733427"/>
              <a:gd name="csX4" fmla="*/ 0 w 11510566"/>
              <a:gd name="csY4" fmla="*/ 1720551 h 1733427"/>
              <a:gd name="csX0" fmla="*/ 0 w 10478835"/>
              <a:gd name="csY0" fmla="*/ 1720551 h 1733427"/>
              <a:gd name="csX1" fmla="*/ 4625321 w 10478835"/>
              <a:gd name="csY1" fmla="*/ 90415 h 1733427"/>
              <a:gd name="csX2" fmla="*/ 7968445 w 10478835"/>
              <a:gd name="csY2" fmla="*/ 435 h 1733427"/>
              <a:gd name="csX3" fmla="*/ 10090544 w 10478835"/>
              <a:gd name="csY3" fmla="*/ 1733427 h 1733427"/>
              <a:gd name="csX4" fmla="*/ 0 w 10478835"/>
              <a:gd name="csY4" fmla="*/ 1720551 h 1733427"/>
              <a:gd name="csX0" fmla="*/ 0 w 11823258"/>
              <a:gd name="csY0" fmla="*/ 1722281 h 1735157"/>
              <a:gd name="csX1" fmla="*/ 4625321 w 11823258"/>
              <a:gd name="csY1" fmla="*/ 92145 h 1735157"/>
              <a:gd name="csX2" fmla="*/ 10102045 w 11823258"/>
              <a:gd name="csY2" fmla="*/ 196898 h 1735157"/>
              <a:gd name="csX3" fmla="*/ 10090544 w 11823258"/>
              <a:gd name="csY3" fmla="*/ 1735157 h 1735157"/>
              <a:gd name="csX4" fmla="*/ 0 w 11823258"/>
              <a:gd name="csY4" fmla="*/ 1722281 h 1735157"/>
              <a:gd name="csX0" fmla="*/ 0 w 10115136"/>
              <a:gd name="csY0" fmla="*/ 1722281 h 1735157"/>
              <a:gd name="csX1" fmla="*/ 4625321 w 10115136"/>
              <a:gd name="csY1" fmla="*/ 92145 h 1735157"/>
              <a:gd name="csX2" fmla="*/ 10102045 w 10115136"/>
              <a:gd name="csY2" fmla="*/ 196898 h 1735157"/>
              <a:gd name="csX3" fmla="*/ 10090544 w 10115136"/>
              <a:gd name="csY3" fmla="*/ 1735157 h 1735157"/>
              <a:gd name="csX4" fmla="*/ 0 w 10115136"/>
              <a:gd name="csY4" fmla="*/ 1722281 h 1735157"/>
              <a:gd name="csX0" fmla="*/ 0 w 10120755"/>
              <a:gd name="csY0" fmla="*/ 1722281 h 1735157"/>
              <a:gd name="csX1" fmla="*/ 4625321 w 10120755"/>
              <a:gd name="csY1" fmla="*/ 92145 h 1735157"/>
              <a:gd name="csX2" fmla="*/ 10102045 w 10120755"/>
              <a:gd name="csY2" fmla="*/ 196898 h 1735157"/>
              <a:gd name="csX3" fmla="*/ 10090544 w 10120755"/>
              <a:gd name="csY3" fmla="*/ 1735157 h 1735157"/>
              <a:gd name="csX4" fmla="*/ 0 w 10120755"/>
              <a:gd name="csY4" fmla="*/ 1722281 h 1735157"/>
              <a:gd name="csX0" fmla="*/ 0 w 10120755"/>
              <a:gd name="csY0" fmla="*/ 1777366 h 1790242"/>
              <a:gd name="csX1" fmla="*/ 4625321 w 10120755"/>
              <a:gd name="csY1" fmla="*/ 147230 h 1790242"/>
              <a:gd name="csX2" fmla="*/ 10102045 w 10120755"/>
              <a:gd name="csY2" fmla="*/ 251983 h 1790242"/>
              <a:gd name="csX3" fmla="*/ 10090544 w 10120755"/>
              <a:gd name="csY3" fmla="*/ 1790242 h 1790242"/>
              <a:gd name="csX4" fmla="*/ 0 w 10120755"/>
              <a:gd name="csY4" fmla="*/ 1777366 h 1790242"/>
              <a:gd name="csX0" fmla="*/ 0 w 10120755"/>
              <a:gd name="csY0" fmla="*/ 1758909 h 1771785"/>
              <a:gd name="csX1" fmla="*/ 4625321 w 10120755"/>
              <a:gd name="csY1" fmla="*/ 128773 h 1771785"/>
              <a:gd name="csX2" fmla="*/ 10102045 w 10120755"/>
              <a:gd name="csY2" fmla="*/ 233526 h 1771785"/>
              <a:gd name="csX3" fmla="*/ 10090544 w 10120755"/>
              <a:gd name="csY3" fmla="*/ 1771785 h 1771785"/>
              <a:gd name="csX4" fmla="*/ 0 w 10120755"/>
              <a:gd name="csY4" fmla="*/ 1758909 h 1771785"/>
              <a:gd name="csX0" fmla="*/ 0 w 10120755"/>
              <a:gd name="csY0" fmla="*/ 1746965 h 1759841"/>
              <a:gd name="csX1" fmla="*/ 4625321 w 10120755"/>
              <a:gd name="csY1" fmla="*/ 116829 h 1759841"/>
              <a:gd name="csX2" fmla="*/ 10102045 w 10120755"/>
              <a:gd name="csY2" fmla="*/ 221582 h 1759841"/>
              <a:gd name="csX3" fmla="*/ 10090544 w 10120755"/>
              <a:gd name="csY3" fmla="*/ 1759841 h 1759841"/>
              <a:gd name="csX4" fmla="*/ 0 w 10120755"/>
              <a:gd name="csY4" fmla="*/ 1746965 h 1759841"/>
              <a:gd name="csX0" fmla="*/ 0 w 10108044"/>
              <a:gd name="csY0" fmla="*/ 1688115 h 1700991"/>
              <a:gd name="csX1" fmla="*/ 4625321 w 10108044"/>
              <a:gd name="csY1" fmla="*/ 57979 h 1700991"/>
              <a:gd name="csX2" fmla="*/ 10085111 w 10108044"/>
              <a:gd name="csY2" fmla="*/ 340532 h 1700991"/>
              <a:gd name="csX3" fmla="*/ 10090544 w 10108044"/>
              <a:gd name="csY3" fmla="*/ 1700991 h 1700991"/>
              <a:gd name="csX4" fmla="*/ 0 w 10108044"/>
              <a:gd name="csY4" fmla="*/ 1688115 h 1700991"/>
              <a:gd name="csX0" fmla="*/ 0 w 10134761"/>
              <a:gd name="csY0" fmla="*/ 1683267 h 1696143"/>
              <a:gd name="csX1" fmla="*/ 4625321 w 10134761"/>
              <a:gd name="csY1" fmla="*/ 53131 h 1696143"/>
              <a:gd name="csX2" fmla="*/ 10118978 w 10134761"/>
              <a:gd name="csY2" fmla="*/ 369551 h 1696143"/>
              <a:gd name="csX3" fmla="*/ 10090544 w 10134761"/>
              <a:gd name="csY3" fmla="*/ 1696143 h 1696143"/>
              <a:gd name="csX4" fmla="*/ 0 w 10134761"/>
              <a:gd name="csY4" fmla="*/ 1683267 h 1696143"/>
              <a:gd name="csX0" fmla="*/ 0 w 10118978"/>
              <a:gd name="csY0" fmla="*/ 1683267 h 1696143"/>
              <a:gd name="csX1" fmla="*/ 4625321 w 10118978"/>
              <a:gd name="csY1" fmla="*/ 53131 h 1696143"/>
              <a:gd name="csX2" fmla="*/ 10118978 w 10118978"/>
              <a:gd name="csY2" fmla="*/ 369551 h 1696143"/>
              <a:gd name="csX3" fmla="*/ 10090544 w 10118978"/>
              <a:gd name="csY3" fmla="*/ 1696143 h 1696143"/>
              <a:gd name="csX4" fmla="*/ 0 w 10118978"/>
              <a:gd name="csY4" fmla="*/ 1683267 h 1696143"/>
              <a:gd name="csX0" fmla="*/ 0 w 10118978"/>
              <a:gd name="csY0" fmla="*/ 1771513 h 1784389"/>
              <a:gd name="csX1" fmla="*/ 4625321 w 10118978"/>
              <a:gd name="csY1" fmla="*/ 141377 h 1784389"/>
              <a:gd name="csX2" fmla="*/ 10118978 w 10118978"/>
              <a:gd name="csY2" fmla="*/ 457797 h 1784389"/>
              <a:gd name="csX3" fmla="*/ 10090544 w 10118978"/>
              <a:gd name="csY3" fmla="*/ 1784389 h 1784389"/>
              <a:gd name="csX4" fmla="*/ 0 w 10118978"/>
              <a:gd name="csY4" fmla="*/ 1771513 h 17843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118978" h="1784389">
                <a:moveTo>
                  <a:pt x="0" y="1771513"/>
                </a:moveTo>
                <a:cubicBezTo>
                  <a:pt x="249616" y="1357616"/>
                  <a:pt x="2938825" y="360330"/>
                  <a:pt x="4625321" y="141377"/>
                </a:cubicBezTo>
                <a:cubicBezTo>
                  <a:pt x="6311817" y="-77576"/>
                  <a:pt x="8077674" y="-91360"/>
                  <a:pt x="10118978" y="457797"/>
                </a:cubicBezTo>
                <a:cubicBezTo>
                  <a:pt x="10115637" y="1589360"/>
                  <a:pt x="10091868" y="1641885"/>
                  <a:pt x="10090544" y="1784389"/>
                </a:cubicBezTo>
                <a:lnTo>
                  <a:pt x="0" y="1771513"/>
                </a:lnTo>
                <a:close/>
              </a:path>
            </a:pathLst>
          </a:custGeom>
          <a:solidFill>
            <a:schemeClr val="accent2"/>
          </a:solid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C05E3FA-0A0E-7788-70ED-1321D2797D0A}"/>
              </a:ext>
            </a:extLst>
          </p:cNvPr>
          <p:cNvGrpSpPr/>
          <p:nvPr userDrawn="1"/>
        </p:nvGrpSpPr>
        <p:grpSpPr>
          <a:xfrm>
            <a:off x="0" y="424076"/>
            <a:ext cx="269823" cy="760513"/>
            <a:chOff x="0" y="389744"/>
            <a:chExt cx="269823" cy="760513"/>
          </a:xfrm>
          <a:solidFill>
            <a:schemeClr val="bg1"/>
          </a:solidFill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D72772C1-5D37-3C72-B37A-761190B3C9BD}"/>
                </a:ext>
              </a:extLst>
            </p:cNvPr>
            <p:cNvSpPr/>
            <p:nvPr userDrawn="1"/>
          </p:nvSpPr>
          <p:spPr>
            <a:xfrm>
              <a:off x="1" y="389744"/>
              <a:ext cx="149902" cy="760513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05553B8A-AA22-D5D3-A79C-5F34CD7E1819}"/>
                </a:ext>
              </a:extLst>
            </p:cNvPr>
            <p:cNvSpPr/>
            <p:nvPr userDrawn="1"/>
          </p:nvSpPr>
          <p:spPr>
            <a:xfrm>
              <a:off x="0" y="389744"/>
              <a:ext cx="269823" cy="760513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Picture 10" descr="A pixelated letter b and a green and orange letter&#10;&#10;Description automatically generated with medium confidence">
            <a:extLst>
              <a:ext uri="{FF2B5EF4-FFF2-40B4-BE49-F238E27FC236}">
                <a16:creationId xmlns:a16="http://schemas.microsoft.com/office/drawing/2014/main" id="{1800378E-4E85-DC11-9EB2-93890B76497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4248" y="6276811"/>
            <a:ext cx="1076961" cy="337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46684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itle / Body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8" descr="A green background with a few circles&#10;&#10;AI-generated content may be incorrect.">
            <a:extLst>
              <a:ext uri="{FF2B5EF4-FFF2-40B4-BE49-F238E27FC236}">
                <a16:creationId xmlns:a16="http://schemas.microsoft.com/office/drawing/2014/main" id="{08547C27-EE3B-728D-A7B5-9A281A22DF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" t="549" r="690" b="224"/>
          <a:stretch>
            <a:fillRect/>
          </a:stretch>
        </p:blipFill>
        <p:spPr>
          <a:xfrm>
            <a:off x="1" y="0"/>
            <a:ext cx="12191999" cy="6857999"/>
          </a:xfrm>
          <a:prstGeom prst="rect">
            <a:avLst/>
          </a:prstGeom>
        </p:spPr>
      </p:pic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E8109D7C-37D4-1B2A-26D1-B0667A2435E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0" y="1214499"/>
            <a:ext cx="11277600" cy="137160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marL="0" indent="0">
              <a:buClr>
                <a:schemeClr val="accent2"/>
              </a:buClr>
              <a:buFontTx/>
              <a:buNone/>
              <a:defRPr sz="3600" b="1" kern="0" baseline="0">
                <a:solidFill>
                  <a:schemeClr val="accent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  <a:lvl2pPr marL="137160" indent="0">
              <a:buClr>
                <a:schemeClr val="accent2"/>
              </a:buClr>
              <a:buFontTx/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320040" indent="0">
              <a:buClr>
                <a:schemeClr val="accent2"/>
              </a:buClr>
              <a:buFontTx/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502920" indent="0">
              <a:buClr>
                <a:schemeClr val="accent2"/>
              </a:buClr>
              <a:buFontTx/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640080" indent="0">
              <a:buClr>
                <a:schemeClr val="accent2"/>
              </a:buClr>
              <a:buFontTx/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100000"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5EF106C4-AF40-821F-82E8-B0038B9E736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9900" y="2652839"/>
            <a:ext cx="11277600" cy="30784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chemeClr val="accent2"/>
              </a:buClr>
              <a:buFontTx/>
              <a:buNone/>
              <a:defRPr sz="2800" b="0" kern="0" baseline="0">
                <a:solidFill>
                  <a:schemeClr val="bg1"/>
                </a:solidFill>
              </a:defRPr>
            </a:lvl1pPr>
            <a:lvl2pPr marL="137160" indent="0">
              <a:buClr>
                <a:schemeClr val="accent2"/>
              </a:buClr>
              <a:buFontTx/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320040" indent="0">
              <a:buClr>
                <a:schemeClr val="accent2"/>
              </a:buClr>
              <a:buFontTx/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502920" indent="0">
              <a:buClr>
                <a:schemeClr val="accent2"/>
              </a:buClr>
              <a:buFontTx/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640080" indent="0">
              <a:buClr>
                <a:schemeClr val="accent2"/>
              </a:buClr>
              <a:buFontTx/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100000"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0D041C-A70F-D215-A183-F44A48E10E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3864" y="6613946"/>
            <a:ext cx="603109" cy="201936"/>
          </a:xfrm>
          <a:prstGeom prst="rect">
            <a:avLst/>
          </a:prstGeom>
        </p:spPr>
        <p:txBody>
          <a:bodyPr anchor="ctr"/>
          <a:lstStyle>
            <a:lvl1pPr>
              <a:defRPr sz="1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0B593D6-B212-C744-B293-4C5C60D5655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 descr="A pixelated letter b and a green and orange letter&#10;&#10;Description automatically generated with medium confidence">
            <a:extLst>
              <a:ext uri="{FF2B5EF4-FFF2-40B4-BE49-F238E27FC236}">
                <a16:creationId xmlns:a16="http://schemas.microsoft.com/office/drawing/2014/main" id="{31D9843D-3098-1132-728F-B6653A04218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4248" y="6276811"/>
            <a:ext cx="1076961" cy="337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44719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Stor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B1D9A4D2-0F1C-B7AD-F1F5-8CA9EF3D6D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3864" y="6613946"/>
            <a:ext cx="603109" cy="201936"/>
          </a:xfrm>
          <a:prstGeom prst="rect">
            <a:avLst/>
          </a:prstGeom>
        </p:spPr>
        <p:txBody>
          <a:bodyPr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fld id="{C0B593D6-B212-C744-B293-4C5C60D5655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97D44BB-784A-446F-FF1F-5262C7C5ABF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2893" y="674510"/>
            <a:ext cx="957742" cy="95774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FontTx/>
              <a:buNone/>
              <a:defRPr sz="1400"/>
            </a:lvl1pPr>
          </a:lstStyle>
          <a:p>
            <a:pPr lvl="0"/>
            <a:r>
              <a:rPr lang="en-US"/>
              <a:t>Click to insert industry icon or company logo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2DF7C67-773B-21F3-76FA-1FF448AEFA90}"/>
              </a:ext>
            </a:extLst>
          </p:cNvPr>
          <p:cNvGrpSpPr/>
          <p:nvPr userDrawn="1"/>
        </p:nvGrpSpPr>
        <p:grpSpPr>
          <a:xfrm>
            <a:off x="435397" y="483342"/>
            <a:ext cx="1250160" cy="1249233"/>
            <a:chOff x="202223" y="1099858"/>
            <a:chExt cx="1881554" cy="1880159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B623EF9F-DEC8-5D6B-2E19-9E49C04E326F}"/>
                </a:ext>
              </a:extLst>
            </p:cNvPr>
            <p:cNvSpPr/>
            <p:nvPr userDrawn="1"/>
          </p:nvSpPr>
          <p:spPr>
            <a:xfrm>
              <a:off x="305093" y="1202155"/>
              <a:ext cx="1675814" cy="1675564"/>
            </a:xfrm>
            <a:prstGeom prst="roundRect">
              <a:avLst>
                <a:gd name="adj" fmla="val 12698"/>
              </a:avLst>
            </a:prstGeom>
            <a:noFill/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DC33AFCB-70A8-0BBC-2E9B-AB8B9FCA19C4}"/>
                </a:ext>
              </a:extLst>
            </p:cNvPr>
            <p:cNvSpPr/>
            <p:nvPr userDrawn="1"/>
          </p:nvSpPr>
          <p:spPr>
            <a:xfrm>
              <a:off x="202223" y="1099858"/>
              <a:ext cx="1881554" cy="1880159"/>
            </a:xfrm>
            <a:prstGeom prst="round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81C60C63-3B36-5B6A-E95F-51C664632C7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875934" y="488752"/>
            <a:ext cx="3384223" cy="1464775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2400" b="1">
                <a:solidFill>
                  <a:srgbClr val="228752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 dirty="0"/>
              <a:t>Click to edit Company</a:t>
            </a:r>
          </a:p>
        </p:txBody>
      </p:sp>
      <p:sp>
        <p:nvSpPr>
          <p:cNvPr id="10" name="Text Placeholder 59">
            <a:extLst>
              <a:ext uri="{FF2B5EF4-FFF2-40B4-BE49-F238E27FC236}">
                <a16:creationId xmlns:a16="http://schemas.microsoft.com/office/drawing/2014/main" id="{311935D6-6584-474A-952E-BFAA6539AC6A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5704120" y="843830"/>
            <a:ext cx="6049074" cy="1059763"/>
          </a:xfrm>
        </p:spPr>
        <p:txBody>
          <a:bodyPr>
            <a:normAutofit/>
          </a:bodyPr>
          <a:lstStyle>
            <a:lvl1pPr marL="182880" indent="-182880">
              <a:lnSpc>
                <a:spcPct val="100000"/>
              </a:lnSpc>
              <a:spcBef>
                <a:spcPts val="0"/>
              </a:spcBef>
              <a:buFontTx/>
              <a:buBlip>
                <a:blip r:embed="rId2"/>
              </a:buBlip>
              <a:defRPr sz="1400"/>
            </a:lvl1pPr>
            <a:lvl2pPr>
              <a:lnSpc>
                <a:spcPct val="100000"/>
              </a:lnSpc>
              <a:spcBef>
                <a:spcPts val="0"/>
              </a:spcBef>
              <a:defRPr sz="1400"/>
            </a:lvl2pPr>
            <a:lvl3pPr>
              <a:lnSpc>
                <a:spcPct val="100000"/>
              </a:lnSpc>
              <a:spcBef>
                <a:spcPts val="0"/>
              </a:spcBef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defRPr sz="1400"/>
            </a:lvl4pPr>
            <a:lvl5pPr>
              <a:lnSpc>
                <a:spcPct val="100000"/>
              </a:lnSpc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2F6E85E9-4042-6143-BF0C-49D924877C5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704120" y="398967"/>
            <a:ext cx="3205873" cy="358979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600" b="1">
                <a:solidFill>
                  <a:srgbClr val="228752"/>
                </a:solidFill>
                <a:latin typeface="+mj-lt"/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 dirty="0"/>
              <a:t>Background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666591-1EFA-DA0F-BE5C-8BD13ACE2CDF}"/>
              </a:ext>
            </a:extLst>
          </p:cNvPr>
          <p:cNvSpPr txBox="1"/>
          <p:nvPr userDrawn="1"/>
        </p:nvSpPr>
        <p:spPr>
          <a:xfrm>
            <a:off x="1875934" y="2419682"/>
            <a:ext cx="122589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 b="0">
                <a:solidFill>
                  <a:schemeClr val="tx1"/>
                </a:solidFill>
              </a:rPr>
              <a:t>WFM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C8AC75-C7F9-F911-F782-EEFADD5C4E28}"/>
              </a:ext>
            </a:extLst>
          </p:cNvPr>
          <p:cNvSpPr txBox="1"/>
          <p:nvPr userDrawn="1"/>
        </p:nvSpPr>
        <p:spPr>
          <a:xfrm>
            <a:off x="3271806" y="2419682"/>
            <a:ext cx="122589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 b="0">
                <a:solidFill>
                  <a:schemeClr val="tx1"/>
                </a:solidFill>
              </a:rPr>
              <a:t>ACD</a:t>
            </a:r>
          </a:p>
        </p:txBody>
      </p:sp>
      <p:sp>
        <p:nvSpPr>
          <p:cNvPr id="22" name="Content Placeholder 59">
            <a:extLst>
              <a:ext uri="{FF2B5EF4-FFF2-40B4-BE49-F238E27FC236}">
                <a16:creationId xmlns:a16="http://schemas.microsoft.com/office/drawing/2014/main" id="{0921984B-CE2F-1AF0-76A0-379EDEC3E4D5}"/>
              </a:ext>
            </a:extLst>
          </p:cNvPr>
          <p:cNvSpPr>
            <a:spLocks noGrp="1" noChangeAspect="1"/>
          </p:cNvSpPr>
          <p:nvPr>
            <p:ph sz="quarter" idx="42" hasCustomPrompt="1"/>
          </p:nvPr>
        </p:nvSpPr>
        <p:spPr>
          <a:xfrm>
            <a:off x="1879050" y="2698603"/>
            <a:ext cx="1113915" cy="318261"/>
          </a:xfrm>
        </p:spPr>
        <p:txBody>
          <a:bodyPr anchor="ctr">
            <a:normAutofit/>
          </a:bodyPr>
          <a:lstStyle>
            <a:lvl1pPr marL="0" indent="0" algn="l">
              <a:buFontTx/>
              <a:buNone/>
              <a:defRPr sz="900"/>
            </a:lvl1pPr>
            <a:lvl2pPr marL="137160" indent="0">
              <a:buFontTx/>
              <a:buNone/>
              <a:defRPr sz="900"/>
            </a:lvl2pPr>
            <a:lvl3pPr marL="320040" indent="0">
              <a:buFontTx/>
              <a:buNone/>
              <a:defRPr sz="900"/>
            </a:lvl3pPr>
            <a:lvl4pPr marL="502920" indent="0">
              <a:buFontTx/>
              <a:buNone/>
              <a:defRPr sz="900"/>
            </a:lvl4pPr>
            <a:lvl5pPr marL="640080" indent="0">
              <a:buFontTx/>
              <a:buNone/>
              <a:defRPr sz="900"/>
            </a:lvl5pPr>
          </a:lstStyle>
          <a:p>
            <a:pPr lvl="0"/>
            <a:r>
              <a:rPr lang="en-US" dirty="0"/>
              <a:t>Logo</a:t>
            </a:r>
          </a:p>
        </p:txBody>
      </p:sp>
      <p:sp>
        <p:nvSpPr>
          <p:cNvPr id="23" name="Content Placeholder 59">
            <a:extLst>
              <a:ext uri="{FF2B5EF4-FFF2-40B4-BE49-F238E27FC236}">
                <a16:creationId xmlns:a16="http://schemas.microsoft.com/office/drawing/2014/main" id="{EE5FA07D-38D1-BC6C-6470-8B2AC947AFC5}"/>
              </a:ext>
            </a:extLst>
          </p:cNvPr>
          <p:cNvSpPr>
            <a:spLocks noGrp="1" noChangeAspect="1"/>
          </p:cNvSpPr>
          <p:nvPr>
            <p:ph sz="quarter" idx="43" hasCustomPrompt="1"/>
          </p:nvPr>
        </p:nvSpPr>
        <p:spPr>
          <a:xfrm>
            <a:off x="1879050" y="3070314"/>
            <a:ext cx="1113915" cy="318261"/>
          </a:xfrm>
        </p:spPr>
        <p:txBody>
          <a:bodyPr anchor="ctr">
            <a:normAutofit/>
          </a:bodyPr>
          <a:lstStyle>
            <a:lvl1pPr marL="0" indent="0" algn="l">
              <a:buFontTx/>
              <a:buNone/>
              <a:defRPr sz="900"/>
            </a:lvl1pPr>
            <a:lvl2pPr marL="137160" indent="0">
              <a:buFontTx/>
              <a:buNone/>
              <a:defRPr sz="900"/>
            </a:lvl2pPr>
            <a:lvl3pPr marL="320040" indent="0">
              <a:buFontTx/>
              <a:buNone/>
              <a:defRPr sz="900"/>
            </a:lvl3pPr>
            <a:lvl4pPr marL="502920" indent="0">
              <a:buFontTx/>
              <a:buNone/>
              <a:defRPr sz="900"/>
            </a:lvl4pPr>
            <a:lvl5pPr marL="640080" indent="0">
              <a:buFontTx/>
              <a:buNone/>
              <a:defRPr sz="900"/>
            </a:lvl5pPr>
          </a:lstStyle>
          <a:p>
            <a:pPr lvl="0"/>
            <a:r>
              <a:rPr lang="en-US"/>
              <a:t>Logo</a:t>
            </a:r>
          </a:p>
        </p:txBody>
      </p:sp>
      <p:sp>
        <p:nvSpPr>
          <p:cNvPr id="24" name="Content Placeholder 59">
            <a:extLst>
              <a:ext uri="{FF2B5EF4-FFF2-40B4-BE49-F238E27FC236}">
                <a16:creationId xmlns:a16="http://schemas.microsoft.com/office/drawing/2014/main" id="{B39EF786-5E0A-B409-7E8A-72F53C5AD02A}"/>
              </a:ext>
            </a:extLst>
          </p:cNvPr>
          <p:cNvSpPr>
            <a:spLocks noGrp="1" noChangeAspect="1"/>
          </p:cNvSpPr>
          <p:nvPr>
            <p:ph sz="quarter" idx="44" hasCustomPrompt="1"/>
          </p:nvPr>
        </p:nvSpPr>
        <p:spPr>
          <a:xfrm>
            <a:off x="3264037" y="2698603"/>
            <a:ext cx="1113915" cy="318261"/>
          </a:xfrm>
        </p:spPr>
        <p:txBody>
          <a:bodyPr anchor="ctr">
            <a:normAutofit/>
          </a:bodyPr>
          <a:lstStyle>
            <a:lvl1pPr marL="0" indent="0" algn="l">
              <a:buFontTx/>
              <a:buNone/>
              <a:defRPr sz="900"/>
            </a:lvl1pPr>
            <a:lvl2pPr marL="137160" indent="0">
              <a:buFontTx/>
              <a:buNone/>
              <a:defRPr sz="900"/>
            </a:lvl2pPr>
            <a:lvl3pPr marL="320040" indent="0">
              <a:buFontTx/>
              <a:buNone/>
              <a:defRPr sz="900"/>
            </a:lvl3pPr>
            <a:lvl4pPr marL="502920" indent="0">
              <a:buFontTx/>
              <a:buNone/>
              <a:defRPr sz="900"/>
            </a:lvl4pPr>
            <a:lvl5pPr marL="640080" indent="0">
              <a:buFontTx/>
              <a:buNone/>
              <a:defRPr sz="900"/>
            </a:lvl5pPr>
          </a:lstStyle>
          <a:p>
            <a:pPr lvl="0"/>
            <a:r>
              <a:rPr lang="en-US"/>
              <a:t>Logo</a:t>
            </a:r>
          </a:p>
        </p:txBody>
      </p:sp>
      <p:sp>
        <p:nvSpPr>
          <p:cNvPr id="25" name="Content Placeholder 59">
            <a:extLst>
              <a:ext uri="{FF2B5EF4-FFF2-40B4-BE49-F238E27FC236}">
                <a16:creationId xmlns:a16="http://schemas.microsoft.com/office/drawing/2014/main" id="{CCDA828F-1615-F4CC-369D-85D1935B6FFF}"/>
              </a:ext>
            </a:extLst>
          </p:cNvPr>
          <p:cNvSpPr>
            <a:spLocks noGrp="1" noChangeAspect="1"/>
          </p:cNvSpPr>
          <p:nvPr>
            <p:ph sz="quarter" idx="45" hasCustomPrompt="1"/>
          </p:nvPr>
        </p:nvSpPr>
        <p:spPr>
          <a:xfrm>
            <a:off x="3264037" y="3070314"/>
            <a:ext cx="1113915" cy="318261"/>
          </a:xfrm>
        </p:spPr>
        <p:txBody>
          <a:bodyPr anchor="ctr">
            <a:normAutofit/>
          </a:bodyPr>
          <a:lstStyle>
            <a:lvl1pPr marL="0" indent="0" algn="l">
              <a:buFontTx/>
              <a:buNone/>
              <a:defRPr sz="900"/>
            </a:lvl1pPr>
            <a:lvl2pPr marL="137160" indent="0">
              <a:buFontTx/>
              <a:buNone/>
              <a:defRPr sz="900"/>
            </a:lvl2pPr>
            <a:lvl3pPr marL="320040" indent="0">
              <a:buFontTx/>
              <a:buNone/>
              <a:defRPr sz="900"/>
            </a:lvl3pPr>
            <a:lvl4pPr marL="502920" indent="0">
              <a:buFontTx/>
              <a:buNone/>
              <a:defRPr sz="900"/>
            </a:lvl4pPr>
            <a:lvl5pPr marL="640080" indent="0">
              <a:buFontTx/>
              <a:buNone/>
              <a:defRPr sz="900"/>
            </a:lvl5pPr>
          </a:lstStyle>
          <a:p>
            <a:pPr lvl="0"/>
            <a:r>
              <a:rPr lang="en-US"/>
              <a:t>Logo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0C8578B-EA4B-F02F-A926-ECC2608D6595}"/>
              </a:ext>
            </a:extLst>
          </p:cNvPr>
          <p:cNvCxnSpPr>
            <a:cxnSpLocks/>
          </p:cNvCxnSpPr>
          <p:nvPr userDrawn="1"/>
        </p:nvCxnSpPr>
        <p:spPr>
          <a:xfrm>
            <a:off x="3112718" y="2471265"/>
            <a:ext cx="0" cy="91731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F98FC812-EA01-13E9-E8E8-755ECFBDDE89}"/>
              </a:ext>
            </a:extLst>
          </p:cNvPr>
          <p:cNvSpPr/>
          <p:nvPr userDrawn="1"/>
        </p:nvSpPr>
        <p:spPr>
          <a:xfrm>
            <a:off x="0" y="397933"/>
            <a:ext cx="304800" cy="838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9B2BE08-EAEF-881E-D331-DA85BAE99CD0}"/>
              </a:ext>
            </a:extLst>
          </p:cNvPr>
          <p:cNvSpPr/>
          <p:nvPr userDrawn="1"/>
        </p:nvSpPr>
        <p:spPr>
          <a:xfrm>
            <a:off x="6206836" y="5583382"/>
            <a:ext cx="5985164" cy="12746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3C6A2EE1-5B73-C1D0-B2AD-E5D79C4AFE3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875934" y="1976407"/>
            <a:ext cx="2602135" cy="358979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600" b="1">
                <a:solidFill>
                  <a:schemeClr val="tx1"/>
                </a:solidFill>
                <a:latin typeface="+mj-lt"/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 sz="1600" b="1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Text Placeholder 59">
            <a:extLst>
              <a:ext uri="{FF2B5EF4-FFF2-40B4-BE49-F238E27FC236}">
                <a16:creationId xmlns:a16="http://schemas.microsoft.com/office/drawing/2014/main" id="{57B22C47-7BBE-E261-80F1-16D6AE98C95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431211" y="4092554"/>
            <a:ext cx="2602135" cy="1796710"/>
          </a:xfrm>
        </p:spPr>
        <p:txBody>
          <a:bodyPr>
            <a:normAutofit/>
          </a:bodyPr>
          <a:lstStyle>
            <a:lvl1pPr marL="182880" indent="-182880">
              <a:lnSpc>
                <a:spcPct val="100000"/>
              </a:lnSpc>
              <a:spcBef>
                <a:spcPts val="0"/>
              </a:spcBef>
              <a:buFontTx/>
              <a:buBlip>
                <a:blip r:embed="rId2"/>
              </a:buBlip>
              <a:defRPr sz="1400"/>
            </a:lvl1pPr>
            <a:lvl2pPr>
              <a:lnSpc>
                <a:spcPct val="100000"/>
              </a:lnSpc>
              <a:spcBef>
                <a:spcPts val="0"/>
              </a:spcBef>
              <a:defRPr sz="1400"/>
            </a:lvl2pPr>
            <a:lvl3pPr>
              <a:lnSpc>
                <a:spcPct val="100000"/>
              </a:lnSpc>
              <a:spcBef>
                <a:spcPts val="0"/>
              </a:spcBef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defRPr sz="1400"/>
            </a:lvl4pPr>
            <a:lvl5pPr>
              <a:lnSpc>
                <a:spcPct val="100000"/>
              </a:lnSpc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59">
            <a:extLst>
              <a:ext uri="{FF2B5EF4-FFF2-40B4-BE49-F238E27FC236}">
                <a16:creationId xmlns:a16="http://schemas.microsoft.com/office/drawing/2014/main" id="{31762C35-EEE7-EF13-1184-67ACBD2817A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3652165" y="4092554"/>
            <a:ext cx="4283931" cy="1796710"/>
          </a:xfrm>
        </p:spPr>
        <p:txBody>
          <a:bodyPr>
            <a:normAutofit/>
          </a:bodyPr>
          <a:lstStyle>
            <a:lvl1pPr marL="182880" indent="-182880">
              <a:lnSpc>
                <a:spcPct val="100000"/>
              </a:lnSpc>
              <a:spcBef>
                <a:spcPts val="0"/>
              </a:spcBef>
              <a:buFontTx/>
              <a:buBlip>
                <a:blip r:embed="rId2"/>
              </a:buBlip>
              <a:defRPr sz="1400"/>
            </a:lvl1pPr>
            <a:lvl2pPr>
              <a:lnSpc>
                <a:spcPct val="100000"/>
              </a:lnSpc>
              <a:spcBef>
                <a:spcPts val="0"/>
              </a:spcBef>
              <a:defRPr sz="1400"/>
            </a:lvl2pPr>
            <a:lvl3pPr>
              <a:lnSpc>
                <a:spcPct val="100000"/>
              </a:lnSpc>
              <a:spcBef>
                <a:spcPts val="0"/>
              </a:spcBef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defRPr sz="1400"/>
            </a:lvl4pPr>
            <a:lvl5pPr>
              <a:lnSpc>
                <a:spcPct val="100000"/>
              </a:lnSpc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6CAA791B-3B68-2ACF-35A5-6D41D986689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31211" y="3632407"/>
            <a:ext cx="2602135" cy="358979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600" b="1">
                <a:solidFill>
                  <a:srgbClr val="228752"/>
                </a:solidFill>
                <a:latin typeface="+mj-lt"/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 dirty="0"/>
              <a:t>Automation </a:t>
            </a:r>
            <a:br>
              <a:rPr lang="en-US" dirty="0"/>
            </a:br>
            <a:r>
              <a:rPr lang="en-US" dirty="0"/>
              <a:t>in Action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591FEF8E-7D81-3D6D-F9AA-94BDE5A8CEC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652165" y="3632407"/>
            <a:ext cx="4283931" cy="358979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600" b="1">
                <a:solidFill>
                  <a:srgbClr val="228752"/>
                </a:solidFill>
                <a:latin typeface="+mj-lt"/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/>
              <a:t>Results</a:t>
            </a:r>
            <a:br>
              <a:rPr lang="en-US"/>
            </a:br>
            <a:r>
              <a:rPr lang="en-US"/>
              <a:t>Results</a:t>
            </a:r>
          </a:p>
        </p:txBody>
      </p:sp>
      <p:sp>
        <p:nvSpPr>
          <p:cNvPr id="15" name="Text Placeholder 59">
            <a:extLst>
              <a:ext uri="{FF2B5EF4-FFF2-40B4-BE49-F238E27FC236}">
                <a16:creationId xmlns:a16="http://schemas.microsoft.com/office/drawing/2014/main" id="{37282C74-881F-87AF-3004-0A35FFBECA9D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8554915" y="4092554"/>
            <a:ext cx="3205873" cy="1796710"/>
          </a:xfrm>
        </p:spPr>
        <p:txBody>
          <a:bodyPr>
            <a:normAutofit/>
          </a:bodyPr>
          <a:lstStyle>
            <a:lvl1pPr marL="182880" indent="-182880">
              <a:lnSpc>
                <a:spcPct val="100000"/>
              </a:lnSpc>
              <a:spcBef>
                <a:spcPts val="0"/>
              </a:spcBef>
              <a:buFontTx/>
              <a:buBlip>
                <a:blip r:embed="rId2"/>
              </a:buBlip>
              <a:defRPr sz="1400"/>
            </a:lvl1pPr>
            <a:lvl2pPr>
              <a:lnSpc>
                <a:spcPct val="100000"/>
              </a:lnSpc>
              <a:spcBef>
                <a:spcPts val="0"/>
              </a:spcBef>
              <a:defRPr sz="1400"/>
            </a:lvl2pPr>
            <a:lvl3pPr>
              <a:lnSpc>
                <a:spcPct val="100000"/>
              </a:lnSpc>
              <a:spcBef>
                <a:spcPts val="0"/>
              </a:spcBef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defRPr sz="1400"/>
            </a:lvl4pPr>
            <a:lvl5pPr>
              <a:lnSpc>
                <a:spcPct val="100000"/>
              </a:lnSpc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288DA185-BCEA-B898-6786-8593CAF412A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554915" y="3632407"/>
            <a:ext cx="3205873" cy="358979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600" b="1">
                <a:solidFill>
                  <a:srgbClr val="228752"/>
                </a:solidFill>
                <a:latin typeface="+mj-lt"/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/>
              <a:t>Positive </a:t>
            </a:r>
            <a:br>
              <a:rPr lang="en-US"/>
            </a:br>
            <a:r>
              <a:rPr lang="en-US"/>
              <a:t>Impacts</a:t>
            </a:r>
          </a:p>
        </p:txBody>
      </p:sp>
      <p:sp>
        <p:nvSpPr>
          <p:cNvPr id="33" name="Content Placeholder 59">
            <a:extLst>
              <a:ext uri="{FF2B5EF4-FFF2-40B4-BE49-F238E27FC236}">
                <a16:creationId xmlns:a16="http://schemas.microsoft.com/office/drawing/2014/main" id="{2448400C-BD32-802F-B5A4-8199438E3138}"/>
              </a:ext>
            </a:extLst>
          </p:cNvPr>
          <p:cNvSpPr>
            <a:spLocks noGrp="1"/>
          </p:cNvSpPr>
          <p:nvPr>
            <p:ph sz="quarter" idx="54" hasCustomPrompt="1"/>
          </p:nvPr>
        </p:nvSpPr>
        <p:spPr>
          <a:xfrm>
            <a:off x="7722479" y="1976407"/>
            <a:ext cx="320040" cy="318261"/>
          </a:xfrm>
        </p:spPr>
        <p:txBody>
          <a:bodyPr anchor="ctr">
            <a:normAutofit/>
          </a:bodyPr>
          <a:lstStyle>
            <a:lvl1pPr marL="0" indent="0" algn="l">
              <a:buFontTx/>
              <a:buNone/>
              <a:defRPr sz="900"/>
            </a:lvl1pPr>
            <a:lvl2pPr marL="137160" indent="0">
              <a:buFontTx/>
              <a:buNone/>
              <a:defRPr sz="900"/>
            </a:lvl2pPr>
            <a:lvl3pPr marL="320040" indent="0">
              <a:buFontTx/>
              <a:buNone/>
              <a:defRPr sz="900"/>
            </a:lvl3pPr>
            <a:lvl4pPr marL="502920" indent="0">
              <a:buFontTx/>
              <a:buNone/>
              <a:defRPr sz="900"/>
            </a:lvl4pPr>
            <a:lvl5pPr marL="640080" indent="0">
              <a:buFontTx/>
              <a:buNone/>
              <a:defRPr sz="900"/>
            </a:lvl5pPr>
          </a:lstStyle>
          <a:p>
            <a:pPr lvl="0"/>
            <a:r>
              <a:rPr lang="en-US" dirty="0"/>
              <a:t>Icon</a:t>
            </a:r>
          </a:p>
        </p:txBody>
      </p:sp>
      <p:sp>
        <p:nvSpPr>
          <p:cNvPr id="34" name="Content Placeholder 59">
            <a:extLst>
              <a:ext uri="{FF2B5EF4-FFF2-40B4-BE49-F238E27FC236}">
                <a16:creationId xmlns:a16="http://schemas.microsoft.com/office/drawing/2014/main" id="{C9DE7E71-BDE6-4401-F8F4-5D693B3DB1F2}"/>
              </a:ext>
            </a:extLst>
          </p:cNvPr>
          <p:cNvSpPr>
            <a:spLocks noGrp="1"/>
          </p:cNvSpPr>
          <p:nvPr>
            <p:ph sz="quarter" idx="55" hasCustomPrompt="1"/>
          </p:nvPr>
        </p:nvSpPr>
        <p:spPr>
          <a:xfrm>
            <a:off x="9865690" y="1976407"/>
            <a:ext cx="320040" cy="318261"/>
          </a:xfrm>
        </p:spPr>
        <p:txBody>
          <a:bodyPr anchor="ctr">
            <a:normAutofit/>
          </a:bodyPr>
          <a:lstStyle>
            <a:lvl1pPr marL="0" indent="0" algn="l">
              <a:buFontTx/>
              <a:buNone/>
              <a:defRPr sz="900"/>
            </a:lvl1pPr>
            <a:lvl2pPr marL="137160" indent="0">
              <a:buFontTx/>
              <a:buNone/>
              <a:defRPr sz="900"/>
            </a:lvl2pPr>
            <a:lvl3pPr marL="320040" indent="0">
              <a:buFontTx/>
              <a:buNone/>
              <a:defRPr sz="900"/>
            </a:lvl3pPr>
            <a:lvl4pPr marL="502920" indent="0">
              <a:buFontTx/>
              <a:buNone/>
              <a:defRPr sz="900"/>
            </a:lvl4pPr>
            <a:lvl5pPr marL="640080" indent="0">
              <a:buFontTx/>
              <a:buNone/>
              <a:defRPr sz="900"/>
            </a:lvl5pPr>
          </a:lstStyle>
          <a:p>
            <a:pPr lvl="0"/>
            <a:r>
              <a:rPr lang="en-US" dirty="0"/>
              <a:t>Icon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EF7E39A-C233-4F21-A075-A4461C5CD969}"/>
              </a:ext>
            </a:extLst>
          </p:cNvPr>
          <p:cNvCxnSpPr>
            <a:cxnSpLocks/>
          </p:cNvCxnSpPr>
          <p:nvPr userDrawn="1"/>
        </p:nvCxnSpPr>
        <p:spPr>
          <a:xfrm flipH="1">
            <a:off x="9647686" y="1976407"/>
            <a:ext cx="562" cy="40708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EA81503-570E-D798-ADB3-55DAD5FD34FA}"/>
              </a:ext>
            </a:extLst>
          </p:cNvPr>
          <p:cNvCxnSpPr>
            <a:cxnSpLocks/>
          </p:cNvCxnSpPr>
          <p:nvPr userDrawn="1"/>
        </p:nvCxnSpPr>
        <p:spPr>
          <a:xfrm flipH="1">
            <a:off x="7504474" y="1976407"/>
            <a:ext cx="562" cy="40708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59">
            <a:extLst>
              <a:ext uri="{FF2B5EF4-FFF2-40B4-BE49-F238E27FC236}">
                <a16:creationId xmlns:a16="http://schemas.microsoft.com/office/drawing/2014/main" id="{4C86255E-68CD-AD96-84F1-61020D5835DF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704120" y="1976407"/>
            <a:ext cx="1582911" cy="419257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lang="en-US" sz="1200" dirty="0"/>
            </a:lvl1pPr>
            <a:lvl2pPr>
              <a:lnSpc>
                <a:spcPct val="100000"/>
              </a:lnSpc>
              <a:spcBef>
                <a:spcPts val="0"/>
              </a:spcBef>
              <a:defRPr sz="1400"/>
            </a:lvl2pPr>
            <a:lvl3pPr>
              <a:lnSpc>
                <a:spcPct val="100000"/>
              </a:lnSpc>
              <a:spcBef>
                <a:spcPts val="0"/>
              </a:spcBef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defRPr sz="1400"/>
            </a:lvl4pPr>
            <a:lvl5pPr>
              <a:lnSpc>
                <a:spcPct val="100000"/>
              </a:lnSpc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59">
            <a:extLst>
              <a:ext uri="{FF2B5EF4-FFF2-40B4-BE49-F238E27FC236}">
                <a16:creationId xmlns:a16="http://schemas.microsoft.com/office/drawing/2014/main" id="{5B15E090-E303-BBA7-7AD2-B24A9CB6F0FC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8259962" y="1976407"/>
            <a:ext cx="1170281" cy="419257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lang="en-US" sz="1200" dirty="0"/>
            </a:lvl1pPr>
            <a:lvl2pPr>
              <a:lnSpc>
                <a:spcPct val="100000"/>
              </a:lnSpc>
              <a:spcBef>
                <a:spcPts val="0"/>
              </a:spcBef>
              <a:defRPr sz="1400"/>
            </a:lvl2pPr>
            <a:lvl3pPr>
              <a:lnSpc>
                <a:spcPct val="100000"/>
              </a:lnSpc>
              <a:spcBef>
                <a:spcPts val="0"/>
              </a:spcBef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defRPr sz="1400"/>
            </a:lvl4pPr>
            <a:lvl5pPr>
              <a:lnSpc>
                <a:spcPct val="100000"/>
              </a:lnSpc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59">
            <a:extLst>
              <a:ext uri="{FF2B5EF4-FFF2-40B4-BE49-F238E27FC236}">
                <a16:creationId xmlns:a16="http://schemas.microsoft.com/office/drawing/2014/main" id="{1423709C-4E5A-284D-CF19-0A7C2928E6A2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10403171" y="1976407"/>
            <a:ext cx="1170281" cy="419257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lang="en-US" sz="1200" dirty="0"/>
            </a:lvl1pPr>
            <a:lvl2pPr>
              <a:lnSpc>
                <a:spcPct val="100000"/>
              </a:lnSpc>
              <a:spcBef>
                <a:spcPts val="0"/>
              </a:spcBef>
              <a:defRPr sz="1400"/>
            </a:lvl2pPr>
            <a:lvl3pPr>
              <a:lnSpc>
                <a:spcPct val="100000"/>
              </a:lnSpc>
              <a:spcBef>
                <a:spcPts val="0"/>
              </a:spcBef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defRPr sz="1400"/>
            </a:lvl4pPr>
            <a:lvl5pPr>
              <a:lnSpc>
                <a:spcPct val="100000"/>
              </a:lnSpc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1669605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B1D9A4D2-0F1C-B7AD-F1F5-8CA9EF3D6D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3864" y="6613946"/>
            <a:ext cx="603109" cy="201936"/>
          </a:xfrm>
          <a:prstGeom prst="rect">
            <a:avLst/>
          </a:prstGeom>
        </p:spPr>
        <p:txBody>
          <a:bodyPr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fld id="{C0B593D6-B212-C744-B293-4C5C60D5655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0087E70-74AE-A63C-E19A-729DB83DF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4457"/>
            <a:ext cx="11277600" cy="685800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7061735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2-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B1D9A4D2-0F1C-B7AD-F1F5-8CA9EF3D6D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3864" y="6613946"/>
            <a:ext cx="603109" cy="201936"/>
          </a:xfrm>
          <a:prstGeom prst="rect">
            <a:avLst/>
          </a:prstGeom>
        </p:spPr>
        <p:txBody>
          <a:bodyPr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fld id="{C0B593D6-B212-C744-B293-4C5C60D5655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4277FA2-C942-F43C-7830-C5F9320EEF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67044"/>
            <a:ext cx="11295993" cy="458023"/>
          </a:xfrm>
        </p:spPr>
        <p:txBody>
          <a:bodyPr>
            <a:noAutofit/>
          </a:bodyPr>
          <a:lstStyle>
            <a:lvl1pPr>
              <a:defRPr sz="3000" b="1"/>
            </a:lvl1pPr>
          </a:lstStyle>
          <a:p>
            <a:r>
              <a:rPr lang="en-US" dirty="0"/>
              <a:t>Click to edit Master title line one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3A3232D5-0F79-D76C-B063-4E3E3C0A1F0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925068"/>
            <a:ext cx="11295993" cy="379624"/>
          </a:xfrm>
        </p:spPr>
        <p:txBody>
          <a:bodyPr>
            <a:noAutofit/>
          </a:bodyPr>
          <a:lstStyle>
            <a:lvl1pPr>
              <a:buNone/>
              <a:defRPr sz="3000" b="0">
                <a:solidFill>
                  <a:schemeClr val="accent6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title line two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706FD5D-4C83-F375-1150-6AE903348E78}"/>
              </a:ext>
            </a:extLst>
          </p:cNvPr>
          <p:cNvGrpSpPr/>
          <p:nvPr userDrawn="1"/>
        </p:nvGrpSpPr>
        <p:grpSpPr>
          <a:xfrm>
            <a:off x="0" y="440753"/>
            <a:ext cx="269823" cy="920688"/>
            <a:chOff x="0" y="389744"/>
            <a:chExt cx="269823" cy="760513"/>
          </a:xfrm>
          <a:solidFill>
            <a:schemeClr val="accent5"/>
          </a:solidFill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1C86ADD1-7722-AEC7-0841-BCA26C550D0A}"/>
                </a:ext>
              </a:extLst>
            </p:cNvPr>
            <p:cNvSpPr/>
            <p:nvPr userDrawn="1"/>
          </p:nvSpPr>
          <p:spPr>
            <a:xfrm>
              <a:off x="1" y="389744"/>
              <a:ext cx="149902" cy="760513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3F77AE44-8536-B7D3-D205-8885AAE1EAB2}"/>
                </a:ext>
              </a:extLst>
            </p:cNvPr>
            <p:cNvSpPr/>
            <p:nvPr userDrawn="1"/>
          </p:nvSpPr>
          <p:spPr>
            <a:xfrm>
              <a:off x="0" y="389744"/>
              <a:ext cx="269823" cy="760513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3108358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ign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B1D9A4D2-0F1C-B7AD-F1F5-8CA9EF3D6D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3864" y="6613946"/>
            <a:ext cx="603109" cy="201936"/>
          </a:xfrm>
          <a:prstGeom prst="rect">
            <a:avLst/>
          </a:prstGeom>
        </p:spPr>
        <p:txBody>
          <a:bodyPr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fld id="{C0B593D6-B212-C744-B293-4C5C60D5655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BBDFF7-53FC-23C7-3E23-BB41BCB21C7D}"/>
              </a:ext>
            </a:extLst>
          </p:cNvPr>
          <p:cNvSpPr/>
          <p:nvPr userDrawn="1"/>
        </p:nvSpPr>
        <p:spPr>
          <a:xfrm>
            <a:off x="0" y="397933"/>
            <a:ext cx="304800" cy="838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22039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/ No 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B1D9A4D2-0F1C-B7AD-F1F5-8CA9EF3D6D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3864" y="6613946"/>
            <a:ext cx="603109" cy="201936"/>
          </a:xfrm>
          <a:prstGeom prst="rect">
            <a:avLst/>
          </a:prstGeom>
        </p:spPr>
        <p:txBody>
          <a:bodyPr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fld id="{C0B593D6-B212-C744-B293-4C5C60D5655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FD6419-DD2C-C17D-C3AF-370760FB2B66}"/>
              </a:ext>
            </a:extLst>
          </p:cNvPr>
          <p:cNvSpPr/>
          <p:nvPr userDrawn="1"/>
        </p:nvSpPr>
        <p:spPr>
          <a:xfrm>
            <a:off x="6206836" y="5583382"/>
            <a:ext cx="5985164" cy="12746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209A3E6-F4C6-9A42-0C94-0389E7DB8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4457"/>
            <a:ext cx="11277600" cy="685800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34714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B1D9A4D2-0F1C-B7AD-F1F5-8CA9EF3D6D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3864" y="6613946"/>
            <a:ext cx="603109" cy="201936"/>
          </a:xfrm>
          <a:prstGeom prst="rect">
            <a:avLst/>
          </a:prstGeom>
        </p:spPr>
        <p:txBody>
          <a:bodyPr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fld id="{C0B593D6-B212-C744-B293-4C5C60D5655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FD6419-DD2C-C17D-C3AF-370760FB2B66}"/>
              </a:ext>
            </a:extLst>
          </p:cNvPr>
          <p:cNvSpPr/>
          <p:nvPr userDrawn="1"/>
        </p:nvSpPr>
        <p:spPr>
          <a:xfrm>
            <a:off x="6206836" y="5583382"/>
            <a:ext cx="5985164" cy="12746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8A6617-EE31-179A-A33B-FCB33F7CBDE2}"/>
              </a:ext>
            </a:extLst>
          </p:cNvPr>
          <p:cNvSpPr/>
          <p:nvPr userDrawn="1"/>
        </p:nvSpPr>
        <p:spPr>
          <a:xfrm>
            <a:off x="0" y="1620254"/>
            <a:ext cx="12192000" cy="5237746"/>
          </a:xfrm>
          <a:prstGeom prst="rect">
            <a:avLst/>
          </a:prstGeom>
          <a:gradFill>
            <a:gsLst>
              <a:gs pos="0">
                <a:srgbClr val="FFFFFF"/>
              </a:gs>
              <a:gs pos="15000">
                <a:srgbClr val="FFFFFF">
                  <a:lumMod val="95000"/>
                </a:srgbClr>
              </a:gs>
              <a:gs pos="100000">
                <a:srgbClr val="CACACA">
                  <a:lumMod val="40000"/>
                  <a:lumOff val="60000"/>
                </a:srgbClr>
              </a:gs>
            </a:gsLst>
            <a:lin ang="16200000" scaled="0"/>
          </a:gradFill>
          <a:ln w="12700" cap="flat" cmpd="sng" algn="ctr">
            <a:noFill/>
            <a:prstDash val="solid"/>
            <a:miter lim="800000"/>
          </a:ln>
          <a:effectLst>
            <a:innerShdw blurRad="63500" dist="50800" dir="16200000">
              <a:prstClr val="black">
                <a:alpha val="20348"/>
              </a:prstClr>
            </a:inn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C07795-2F28-70DB-320C-0717F29EEDF3}"/>
              </a:ext>
            </a:extLst>
          </p:cNvPr>
          <p:cNvSpPr txBox="1"/>
          <p:nvPr userDrawn="1"/>
        </p:nvSpPr>
        <p:spPr>
          <a:xfrm>
            <a:off x="457200" y="464457"/>
            <a:ext cx="11277600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000" b="1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29138537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4C735C-BF64-CA5B-D50B-F799F379936F}"/>
              </a:ext>
            </a:extLst>
          </p:cNvPr>
          <p:cNvSpPr/>
          <p:nvPr userDrawn="1"/>
        </p:nvSpPr>
        <p:spPr>
          <a:xfrm>
            <a:off x="0" y="397933"/>
            <a:ext cx="304800" cy="838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51203F-5E48-0E61-060A-5F113FB4A6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3864" y="6613946"/>
            <a:ext cx="603109" cy="201936"/>
          </a:xfrm>
          <a:prstGeom prst="rect">
            <a:avLst/>
          </a:prstGeom>
        </p:spPr>
        <p:txBody>
          <a:bodyPr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fld id="{C0B593D6-B212-C744-B293-4C5C60D5655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A09B08-3167-5CC7-9A0B-753DAEF00F68}"/>
              </a:ext>
            </a:extLst>
          </p:cNvPr>
          <p:cNvSpPr/>
          <p:nvPr userDrawn="1"/>
        </p:nvSpPr>
        <p:spPr>
          <a:xfrm>
            <a:off x="6206836" y="5583382"/>
            <a:ext cx="5985164" cy="12746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4724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8C520-4D04-E369-1B9C-E8C8EB352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0C7BDB-D283-F0B4-7B9F-AA99EE20B25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1EE1D5-361D-ECFC-DDD2-C049A2EBAC5D}"/>
              </a:ext>
            </a:extLst>
          </p:cNvPr>
          <p:cNvSpPr txBox="1"/>
          <p:nvPr userDrawn="1"/>
        </p:nvSpPr>
        <p:spPr>
          <a:xfrm>
            <a:off x="1849120" y="2767281"/>
            <a:ext cx="84937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>
                <a:solidFill>
                  <a:schemeClr val="tx1"/>
                </a:solidFill>
              </a:rPr>
              <a:t>CLOSING SLIDE</a:t>
            </a:r>
          </a:p>
        </p:txBody>
      </p:sp>
    </p:spTree>
    <p:extLst>
      <p:ext uri="{BB962C8B-B14F-4D97-AF65-F5344CB8AC3E}">
        <p14:creationId xmlns:p14="http://schemas.microsoft.com/office/powerpoint/2010/main" val="171336002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_Thank you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Content Placeholder 8" descr="A green background with a few circles&#10;&#10;AI-generated content may be incorrect.">
            <a:extLst>
              <a:ext uri="{FF2B5EF4-FFF2-40B4-BE49-F238E27FC236}">
                <a16:creationId xmlns:a16="http://schemas.microsoft.com/office/drawing/2014/main" id="{FABE9832-44C9-FBC4-9943-B3BE991173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" t="550" r="690" b="224"/>
          <a:stretch>
            <a:fillRect/>
          </a:stretch>
        </p:blipFill>
        <p:spPr>
          <a:xfrm>
            <a:off x="0" y="1"/>
            <a:ext cx="12191999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A51EA41-E4CE-C9F4-89F1-F8BEEDFFBBD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906000" y="5949564"/>
            <a:ext cx="1828800" cy="449942"/>
          </a:xfrm>
          <a:prstGeom prst="rect">
            <a:avLst/>
          </a:prstGeom>
        </p:spPr>
      </p:pic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64C4C728-56B3-B8FC-9887-B6CA765066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98" y="4470810"/>
            <a:ext cx="11277601" cy="93939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FontTx/>
              <a:buNone/>
              <a:defRPr sz="2800" b="0" i="0" kern="0" baseline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689F2BDA-F3E5-23F9-83BD-64B1DC2AD7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198" y="2519594"/>
            <a:ext cx="11277601" cy="1659890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4000" b="1" kern="0" baseline="0">
                <a:solidFill>
                  <a:schemeClr val="bg1"/>
                </a:solidFill>
              </a:defRPr>
            </a:lvl1pPr>
            <a:lvl2pPr marL="429768" indent="0">
              <a:buFontTx/>
              <a:buNone/>
              <a:defRPr/>
            </a:lvl2pPr>
            <a:lvl3pPr marL="822960" indent="0">
              <a:buFontTx/>
              <a:buNone/>
              <a:defRPr/>
            </a:lvl3pPr>
            <a:lvl4pPr marL="118872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Thank you.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5AD193-95E1-F056-8BE7-FA7C8E868A70}"/>
              </a:ext>
            </a:extLst>
          </p:cNvPr>
          <p:cNvSpPr txBox="1"/>
          <p:nvPr userDrawn="1"/>
        </p:nvSpPr>
        <p:spPr>
          <a:xfrm>
            <a:off x="460246" y="6453473"/>
            <a:ext cx="3883893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00" b="1" spc="60" baseline="0">
                <a:solidFill>
                  <a:schemeClr val="bg1"/>
                </a:solidFill>
                <a:effectLst/>
                <a:latin typeface="+mn-lt"/>
                <a:ea typeface="Aptos" panose="020B0004020202020204" pitchFamily="34" charset="0"/>
                <a:cs typeface="Aptos" panose="020B0004020202020204" pitchFamily="34" charset="0"/>
              </a:rPr>
              <a:t>CONFIDENTIAL AND PROPRIETARY – </a:t>
            </a:r>
            <a:br>
              <a:rPr lang="en-US" sz="800" b="1" spc="60" baseline="0">
                <a:solidFill>
                  <a:schemeClr val="bg1"/>
                </a:solidFill>
                <a:effectLst/>
                <a:latin typeface="+mn-lt"/>
                <a:ea typeface="Aptos" panose="020B0004020202020204" pitchFamily="34" charset="0"/>
                <a:cs typeface="Aptos" panose="020B0004020202020204" pitchFamily="34" charset="0"/>
              </a:rPr>
            </a:br>
            <a:r>
              <a:rPr lang="en-US" sz="800" b="1" spc="60" baseline="0">
                <a:solidFill>
                  <a:schemeClr val="bg1"/>
                </a:solidFill>
                <a:effectLst/>
                <a:latin typeface="+mn-lt"/>
                <a:ea typeface="Aptos" panose="020B0004020202020204" pitchFamily="34" charset="0"/>
                <a:cs typeface="Aptos" panose="020B0004020202020204" pitchFamily="34" charset="0"/>
              </a:rPr>
              <a:t>DO NOT DISTRIBUTE</a:t>
            </a:r>
            <a:endParaRPr lang="en-US" sz="800" b="1" spc="60" baseline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30B1D63E-62C8-E63E-473C-F8A3F96F3C5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40722" y="6124236"/>
            <a:ext cx="1097280" cy="291746"/>
          </a:xfrm>
          <a:prstGeom prst="rect">
            <a:avLst/>
          </a:prstGeom>
        </p:spPr>
      </p:pic>
      <p:pic>
        <p:nvPicPr>
          <p:cNvPr id="7" name="Picture 6" descr="A pixelated letter b and a green and orange letter&#10;&#10;Description automatically generated with medium confidence">
            <a:extLst>
              <a:ext uri="{FF2B5EF4-FFF2-40B4-BE49-F238E27FC236}">
                <a16:creationId xmlns:a16="http://schemas.microsoft.com/office/drawing/2014/main" id="{ED11BF44-E9A0-ED19-9094-F5A7642DB52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796780" y="1295887"/>
            <a:ext cx="2026920" cy="63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1013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_Thank you / White Bkgr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5A34CB2-6EE6-03B0-B3A1-3F96BC612F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1C088A2-F042-71E1-1A07-9A23098F6A63}"/>
              </a:ext>
            </a:extLst>
          </p:cNvPr>
          <p:cNvSpPr/>
          <p:nvPr userDrawn="1"/>
        </p:nvSpPr>
        <p:spPr>
          <a:xfrm>
            <a:off x="0" y="397933"/>
            <a:ext cx="304800" cy="838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DE6050CF-5C43-3341-6CDE-AF56C7F957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0248" y="1426164"/>
            <a:ext cx="11277600" cy="67455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buFontTx/>
              <a:buNone/>
              <a:defRPr sz="4000" b="1" i="0" kern="0" baseline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Thank you.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413B2216-4518-D9AC-F14B-64CB1C665F1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0248" y="2100721"/>
            <a:ext cx="11277600" cy="112833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buFontTx/>
              <a:buNone/>
              <a:defRPr sz="3200" b="0" i="0" kern="0" baseline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3252FF-0258-443C-49A1-FA13C803F58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906000" y="5949564"/>
            <a:ext cx="1828800" cy="449942"/>
          </a:xfrm>
          <a:prstGeom prst="rect">
            <a:avLst/>
          </a:prstGeom>
        </p:spPr>
      </p:pic>
      <p:pic>
        <p:nvPicPr>
          <p:cNvPr id="3" name="Picture 2" descr="A pixelated letter b and a green and orange letter&#10;&#10;Description automatically generated with medium confidence">
            <a:extLst>
              <a:ext uri="{FF2B5EF4-FFF2-40B4-BE49-F238E27FC236}">
                <a16:creationId xmlns:a16="http://schemas.microsoft.com/office/drawing/2014/main" id="{3940DF7D-CFE4-4AE7-548B-42306C705AB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96780" y="458494"/>
            <a:ext cx="2026920" cy="6345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2F7EBDB-6D2C-0F73-B7C4-33EB7C66640E}"/>
              </a:ext>
            </a:extLst>
          </p:cNvPr>
          <p:cNvSpPr txBox="1"/>
          <p:nvPr userDrawn="1"/>
        </p:nvSpPr>
        <p:spPr>
          <a:xfrm>
            <a:off x="460246" y="6453473"/>
            <a:ext cx="3883893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00" b="1" spc="60" baseline="0">
                <a:solidFill>
                  <a:schemeClr val="bg1"/>
                </a:solidFill>
                <a:effectLst/>
                <a:latin typeface="+mn-lt"/>
                <a:ea typeface="Aptos" panose="020B0004020202020204" pitchFamily="34" charset="0"/>
                <a:cs typeface="Aptos" panose="020B0004020202020204" pitchFamily="34" charset="0"/>
              </a:rPr>
              <a:t>CONFIDENTIAL AND PROPRIETARY – </a:t>
            </a:r>
            <a:br>
              <a:rPr lang="en-US" sz="800" b="1" spc="60" baseline="0">
                <a:solidFill>
                  <a:schemeClr val="bg1"/>
                </a:solidFill>
                <a:effectLst/>
                <a:latin typeface="+mn-lt"/>
                <a:ea typeface="Aptos" panose="020B0004020202020204" pitchFamily="34" charset="0"/>
                <a:cs typeface="Aptos" panose="020B0004020202020204" pitchFamily="34" charset="0"/>
              </a:rPr>
            </a:br>
            <a:r>
              <a:rPr lang="en-US" sz="800" b="1" spc="60" baseline="0">
                <a:solidFill>
                  <a:schemeClr val="bg1"/>
                </a:solidFill>
                <a:effectLst/>
                <a:latin typeface="+mn-lt"/>
                <a:ea typeface="Aptos" panose="020B0004020202020204" pitchFamily="34" charset="0"/>
                <a:cs typeface="Aptos" panose="020B0004020202020204" pitchFamily="34" charset="0"/>
              </a:rPr>
              <a:t>DO NOT DISTRIBUTE</a:t>
            </a:r>
            <a:endParaRPr lang="en-US" sz="800" b="1" spc="60" baseline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35815C90-51AC-A48C-1EF4-F8511D88DE7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40722" y="6124236"/>
            <a:ext cx="1097280" cy="291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2649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3C853C5-F80B-C349-51FB-D78F78CDB31B}"/>
              </a:ext>
            </a:extLst>
          </p:cNvPr>
          <p:cNvPicPr>
            <a:picLocks noChangeAspect="1"/>
          </p:cNvPicPr>
          <p:nvPr userDrawn="1"/>
        </p:nvPicPr>
        <p:blipFill>
          <a:blip r:embed="rId54"/>
          <a:stretch>
            <a:fillRect/>
          </a:stretch>
        </p:blipFill>
        <p:spPr>
          <a:xfrm>
            <a:off x="7212895" y="5546934"/>
            <a:ext cx="4979105" cy="1311066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A04A47-75A6-1B49-898E-C8AAA8E22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4457"/>
            <a:ext cx="11277600" cy="6858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D68FFF4-24F4-9193-6C56-B5F696205D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311066"/>
            <a:ext cx="11277599" cy="456421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481CBDE-5483-48BD-0F11-FEFEB017B419}"/>
              </a:ext>
            </a:extLst>
          </p:cNvPr>
          <p:cNvGrpSpPr/>
          <p:nvPr userDrawn="1"/>
        </p:nvGrpSpPr>
        <p:grpSpPr>
          <a:xfrm>
            <a:off x="0" y="417046"/>
            <a:ext cx="269823" cy="802154"/>
            <a:chOff x="0" y="389744"/>
            <a:chExt cx="269823" cy="760513"/>
          </a:xfrm>
          <a:solidFill>
            <a:schemeClr val="accent5"/>
          </a:solidFill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95E0E6CD-D370-99C9-98F8-8AC299BA076F}"/>
                </a:ext>
              </a:extLst>
            </p:cNvPr>
            <p:cNvSpPr/>
            <p:nvPr userDrawn="1"/>
          </p:nvSpPr>
          <p:spPr>
            <a:xfrm>
              <a:off x="1" y="389744"/>
              <a:ext cx="149902" cy="760513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3401C13D-69E1-41CA-31DB-5590C769F288}"/>
                </a:ext>
              </a:extLst>
            </p:cNvPr>
            <p:cNvSpPr/>
            <p:nvPr userDrawn="1"/>
          </p:nvSpPr>
          <p:spPr>
            <a:xfrm>
              <a:off x="0" y="389744"/>
              <a:ext cx="269823" cy="760513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450ADA-D6BC-D166-1C1B-41CC897853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864" y="6613946"/>
            <a:ext cx="603109" cy="201936"/>
          </a:xfrm>
          <a:prstGeom prst="rect">
            <a:avLst/>
          </a:prstGeom>
        </p:spPr>
        <p:txBody>
          <a:bodyPr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fld id="{C0B593D6-B212-C744-B293-4C5C60D5655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 descr="A pixelated letter b and a green and orange letter&#10;&#10;Description automatically generated with medium confidence">
            <a:extLst>
              <a:ext uri="{FF2B5EF4-FFF2-40B4-BE49-F238E27FC236}">
                <a16:creationId xmlns:a16="http://schemas.microsoft.com/office/drawing/2014/main" id="{3F993E70-64D8-CC15-F58C-741139A564A2}"/>
              </a:ext>
            </a:extLst>
          </p:cNvPr>
          <p:cNvPicPr>
            <a:picLocks noChangeAspect="1"/>
          </p:cNvPicPr>
          <p:nvPr userDrawn="1"/>
        </p:nvPicPr>
        <p:blipFill>
          <a:blip r:embed="rId55"/>
          <a:stretch>
            <a:fillRect/>
          </a:stretch>
        </p:blipFill>
        <p:spPr>
          <a:xfrm>
            <a:off x="424248" y="6276811"/>
            <a:ext cx="1076961" cy="337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787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7" r:id="rId1"/>
    <p:sldLayoutId id="2147483968" r:id="rId2"/>
    <p:sldLayoutId id="2147483969" r:id="rId3"/>
    <p:sldLayoutId id="2147483970" r:id="rId4"/>
    <p:sldLayoutId id="2147483971" r:id="rId5"/>
    <p:sldLayoutId id="2147483972" r:id="rId6"/>
    <p:sldLayoutId id="2147483973" r:id="rId7"/>
    <p:sldLayoutId id="2147483974" r:id="rId8"/>
    <p:sldLayoutId id="2147483975" r:id="rId9"/>
    <p:sldLayoutId id="2147483976" r:id="rId10"/>
    <p:sldLayoutId id="2147483977" r:id="rId11"/>
    <p:sldLayoutId id="2147483984" r:id="rId12"/>
    <p:sldLayoutId id="2147484016" r:id="rId13"/>
    <p:sldLayoutId id="2147483986" r:id="rId14"/>
    <p:sldLayoutId id="2147483987" r:id="rId15"/>
    <p:sldLayoutId id="2147483988" r:id="rId16"/>
    <p:sldLayoutId id="2147483979" r:id="rId17"/>
    <p:sldLayoutId id="2147483981" r:id="rId18"/>
    <p:sldLayoutId id="2147483983" r:id="rId19"/>
    <p:sldLayoutId id="2147483985" r:id="rId20"/>
    <p:sldLayoutId id="2147483989" r:id="rId21"/>
    <p:sldLayoutId id="2147484019" r:id="rId22"/>
    <p:sldLayoutId id="2147484022" r:id="rId23"/>
    <p:sldLayoutId id="2147484021" r:id="rId24"/>
    <p:sldLayoutId id="2147484020" r:id="rId25"/>
    <p:sldLayoutId id="2147483990" r:id="rId26"/>
    <p:sldLayoutId id="2147483991" r:id="rId27"/>
    <p:sldLayoutId id="2147483992" r:id="rId28"/>
    <p:sldLayoutId id="2147483993" r:id="rId29"/>
    <p:sldLayoutId id="2147483994" r:id="rId30"/>
    <p:sldLayoutId id="2147484017" r:id="rId31"/>
    <p:sldLayoutId id="2147483995" r:id="rId32"/>
    <p:sldLayoutId id="2147483996" r:id="rId33"/>
    <p:sldLayoutId id="2147483997" r:id="rId34"/>
    <p:sldLayoutId id="2147483998" r:id="rId35"/>
    <p:sldLayoutId id="2147484000" r:id="rId36"/>
    <p:sldLayoutId id="2147484001" r:id="rId37"/>
    <p:sldLayoutId id="2147484002" r:id="rId38"/>
    <p:sldLayoutId id="2147484003" r:id="rId39"/>
    <p:sldLayoutId id="2147484004" r:id="rId40"/>
    <p:sldLayoutId id="2147484005" r:id="rId41"/>
    <p:sldLayoutId id="2147484006" r:id="rId42"/>
    <p:sldLayoutId id="2147484007" r:id="rId43"/>
    <p:sldLayoutId id="2147484008" r:id="rId44"/>
    <p:sldLayoutId id="2147484009" r:id="rId45"/>
    <p:sldLayoutId id="2147484010" r:id="rId46"/>
    <p:sldLayoutId id="2147484011" r:id="rId47"/>
    <p:sldLayoutId id="2147484018" r:id="rId48"/>
    <p:sldLayoutId id="2147484012" r:id="rId49"/>
    <p:sldLayoutId id="2147484013" r:id="rId50"/>
    <p:sldLayoutId id="2147484014" r:id="rId51"/>
    <p:sldLayoutId id="2147484015" r:id="rId52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000" b="1" kern="0" baseline="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</p:titleStyle>
    <p:bodyStyle>
      <a:lvl1pPr marL="182880" marR="0" indent="-182880" algn="l" defTabSz="914400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accent2"/>
        </a:buClr>
        <a:buSzPct val="100000"/>
        <a:buFont typeface="Wingdings" pitchFamily="2" charset="2"/>
        <a:buChar char="§"/>
        <a:tabLst/>
        <a:defRPr sz="1800" kern="0" baseline="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marL="320040" marR="0" indent="-182880" algn="l" defTabSz="914400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2"/>
        </a:buClr>
        <a:buSzPct val="100000"/>
        <a:buFont typeface="System Font Regular"/>
        <a:buChar char="▸"/>
        <a:tabLst/>
        <a:defRPr sz="1800" kern="0" baseline="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2pPr>
      <a:lvl3pPr marL="457200" marR="0" indent="-137160" algn="l" defTabSz="914400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2"/>
        </a:buClr>
        <a:buSzPct val="120000"/>
        <a:buFont typeface="System Font Regular"/>
        <a:buChar char="⁃"/>
        <a:tabLst/>
        <a:defRPr sz="1800" kern="0" baseline="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3pPr>
      <a:lvl4pPr marL="640080" marR="0" indent="-137160" algn="l" defTabSz="914400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2"/>
        </a:buClr>
        <a:buSzPct val="125000"/>
        <a:buFont typeface="Arial" panose="020B0604020202020204" pitchFamily="34" charset="0"/>
        <a:buChar char="•"/>
        <a:tabLst/>
        <a:defRPr sz="1800" kern="0" baseline="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4pPr>
      <a:lvl5pPr marL="777240" marR="0" indent="-137160" algn="l" defTabSz="914400" rtl="0" eaLnBrk="1" fontAlgn="auto" latinLnBrk="0" hangingPunct="1">
        <a:lnSpc>
          <a:spcPct val="95000"/>
        </a:lnSpc>
        <a:spcBef>
          <a:spcPts val="600"/>
        </a:spcBef>
        <a:spcAft>
          <a:spcPts val="0"/>
        </a:spcAft>
        <a:buClr>
          <a:schemeClr val="accent2"/>
        </a:buClr>
        <a:buSzPct val="80000"/>
        <a:buFont typeface="System Font Regular"/>
        <a:buChar char="▫"/>
        <a:tabLst/>
        <a:defRPr sz="1800" kern="0" baseline="0">
          <a:solidFill>
            <a:schemeClr val="bg2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8">
          <p15:clr>
            <a:srgbClr val="F26B43"/>
          </p15:clr>
        </p15:guide>
        <p15:guide id="5" pos="7392">
          <p15:clr>
            <a:srgbClr val="F26B43"/>
          </p15:clr>
        </p15:guide>
        <p15:guide id="6" orient="horz" pos="4032">
          <p15:clr>
            <a:srgbClr val="F26B43"/>
          </p15:clr>
        </p15:guide>
        <p15:guide id="7" pos="288">
          <p15:clr>
            <a:srgbClr val="F26B43"/>
          </p15:clr>
        </p15:guide>
        <p15:guide id="8" pos="3696">
          <p15:clr>
            <a:srgbClr val="F26B43"/>
          </p15:clr>
        </p15:guide>
        <p15:guide id="9" pos="3984">
          <p15:clr>
            <a:srgbClr val="F26B43"/>
          </p15:clr>
        </p15:guide>
        <p15:guide id="10" orient="horz" pos="369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intradiem.sharepoint.com/:w:/s/Marketing/IQDx4jCeKptvQ51I1Ws2iiIbAaH3lBhJq8bvvG5yFH6o7yI?e=kKFYgf" TargetMode="Externa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5.png"/><Relationship Id="rId18" Type="http://schemas.openxmlformats.org/officeDocument/2006/relationships/image" Target="../media/image40.svg"/><Relationship Id="rId26" Type="http://schemas.openxmlformats.org/officeDocument/2006/relationships/image" Target="../media/image48.svg"/><Relationship Id="rId39" Type="http://schemas.openxmlformats.org/officeDocument/2006/relationships/image" Target="../media/image61.png"/><Relationship Id="rId21" Type="http://schemas.openxmlformats.org/officeDocument/2006/relationships/image" Target="../media/image43.png"/><Relationship Id="rId34" Type="http://schemas.openxmlformats.org/officeDocument/2006/relationships/image" Target="../media/image56.svg"/><Relationship Id="rId42" Type="http://schemas.openxmlformats.org/officeDocument/2006/relationships/image" Target="../media/image64.png"/><Relationship Id="rId47" Type="http://schemas.openxmlformats.org/officeDocument/2006/relationships/image" Target="../media/image69.svg"/><Relationship Id="rId50" Type="http://schemas.openxmlformats.org/officeDocument/2006/relationships/image" Target="../media/image72.svg"/><Relationship Id="rId55" Type="http://schemas.openxmlformats.org/officeDocument/2006/relationships/image" Target="../media/image77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38.svg"/><Relationship Id="rId29" Type="http://schemas.openxmlformats.org/officeDocument/2006/relationships/image" Target="../media/image51.png"/><Relationship Id="rId11" Type="http://schemas.openxmlformats.org/officeDocument/2006/relationships/image" Target="../media/image33.svg"/><Relationship Id="rId24" Type="http://schemas.openxmlformats.org/officeDocument/2006/relationships/image" Target="../media/image46.svg"/><Relationship Id="rId32" Type="http://schemas.openxmlformats.org/officeDocument/2006/relationships/image" Target="../media/image54.png"/><Relationship Id="rId37" Type="http://schemas.openxmlformats.org/officeDocument/2006/relationships/image" Target="../media/image59.png"/><Relationship Id="rId40" Type="http://schemas.openxmlformats.org/officeDocument/2006/relationships/image" Target="../media/image62.svg"/><Relationship Id="rId45" Type="http://schemas.openxmlformats.org/officeDocument/2006/relationships/image" Target="../media/image67.svg"/><Relationship Id="rId53" Type="http://schemas.openxmlformats.org/officeDocument/2006/relationships/image" Target="../media/image75.png"/><Relationship Id="rId58" Type="http://schemas.openxmlformats.org/officeDocument/2006/relationships/image" Target="../media/image80.svg"/><Relationship Id="rId5" Type="http://schemas.openxmlformats.org/officeDocument/2006/relationships/image" Target="../media/image27.svg"/><Relationship Id="rId19" Type="http://schemas.openxmlformats.org/officeDocument/2006/relationships/image" Target="../media/image41.svg"/><Relationship Id="rId4" Type="http://schemas.openxmlformats.org/officeDocument/2006/relationships/image" Target="../media/image26.svg"/><Relationship Id="rId9" Type="http://schemas.openxmlformats.org/officeDocument/2006/relationships/image" Target="../media/image31.png"/><Relationship Id="rId14" Type="http://schemas.openxmlformats.org/officeDocument/2006/relationships/image" Target="../media/image36.png"/><Relationship Id="rId22" Type="http://schemas.openxmlformats.org/officeDocument/2006/relationships/image" Target="../media/image44.png"/><Relationship Id="rId27" Type="http://schemas.openxmlformats.org/officeDocument/2006/relationships/image" Target="../media/image49.svg"/><Relationship Id="rId30" Type="http://schemas.openxmlformats.org/officeDocument/2006/relationships/image" Target="../media/image52.png"/><Relationship Id="rId35" Type="http://schemas.openxmlformats.org/officeDocument/2006/relationships/image" Target="../media/image57.svg"/><Relationship Id="rId43" Type="http://schemas.openxmlformats.org/officeDocument/2006/relationships/image" Target="../media/image65.svg"/><Relationship Id="rId48" Type="http://schemas.openxmlformats.org/officeDocument/2006/relationships/image" Target="../media/image70.svg"/><Relationship Id="rId56" Type="http://schemas.openxmlformats.org/officeDocument/2006/relationships/image" Target="../media/image78.png"/><Relationship Id="rId8" Type="http://schemas.openxmlformats.org/officeDocument/2006/relationships/image" Target="../media/image30.png"/><Relationship Id="rId51" Type="http://schemas.openxmlformats.org/officeDocument/2006/relationships/image" Target="../media/image73.svg"/><Relationship Id="rId3" Type="http://schemas.openxmlformats.org/officeDocument/2006/relationships/image" Target="../media/image25.svg"/><Relationship Id="rId12" Type="http://schemas.openxmlformats.org/officeDocument/2006/relationships/image" Target="../media/image34.svg"/><Relationship Id="rId17" Type="http://schemas.openxmlformats.org/officeDocument/2006/relationships/image" Target="../media/image39.svg"/><Relationship Id="rId25" Type="http://schemas.openxmlformats.org/officeDocument/2006/relationships/image" Target="../media/image47.svg"/><Relationship Id="rId33" Type="http://schemas.openxmlformats.org/officeDocument/2006/relationships/image" Target="../media/image55.png"/><Relationship Id="rId38" Type="http://schemas.openxmlformats.org/officeDocument/2006/relationships/image" Target="../media/image60.png"/><Relationship Id="rId46" Type="http://schemas.openxmlformats.org/officeDocument/2006/relationships/image" Target="../media/image68.png"/><Relationship Id="rId20" Type="http://schemas.openxmlformats.org/officeDocument/2006/relationships/image" Target="../media/image42.png"/><Relationship Id="rId41" Type="http://schemas.openxmlformats.org/officeDocument/2006/relationships/image" Target="../media/image63.svg"/><Relationship Id="rId54" Type="http://schemas.openxmlformats.org/officeDocument/2006/relationships/image" Target="../media/image76.sv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8.svg"/><Relationship Id="rId15" Type="http://schemas.openxmlformats.org/officeDocument/2006/relationships/image" Target="../media/image37.png"/><Relationship Id="rId23" Type="http://schemas.openxmlformats.org/officeDocument/2006/relationships/image" Target="../media/image45.png"/><Relationship Id="rId28" Type="http://schemas.openxmlformats.org/officeDocument/2006/relationships/image" Target="../media/image50.svg"/><Relationship Id="rId36" Type="http://schemas.openxmlformats.org/officeDocument/2006/relationships/image" Target="../media/image58.svg"/><Relationship Id="rId49" Type="http://schemas.openxmlformats.org/officeDocument/2006/relationships/image" Target="../media/image71.svg"/><Relationship Id="rId57" Type="http://schemas.openxmlformats.org/officeDocument/2006/relationships/image" Target="../media/image79.png"/><Relationship Id="rId10" Type="http://schemas.openxmlformats.org/officeDocument/2006/relationships/image" Target="../media/image32.svg"/><Relationship Id="rId31" Type="http://schemas.openxmlformats.org/officeDocument/2006/relationships/image" Target="../media/image53.svg"/><Relationship Id="rId44" Type="http://schemas.openxmlformats.org/officeDocument/2006/relationships/image" Target="../media/image66.png"/><Relationship Id="rId52" Type="http://schemas.openxmlformats.org/officeDocument/2006/relationships/image" Target="../media/image74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A61D0145-5D03-5525-F872-33FFA13F7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7044"/>
            <a:ext cx="11295993" cy="685800"/>
          </a:xfrm>
        </p:spPr>
        <p:txBody>
          <a:bodyPr/>
          <a:lstStyle/>
          <a:p>
            <a:r>
              <a:rPr lang="en-US" dirty="0"/>
              <a:t>AI Champion Intro</a:t>
            </a:r>
          </a:p>
        </p:txBody>
      </p:sp>
      <p:sp>
        <p:nvSpPr>
          <p:cNvPr id="93" name="Content Placeholder 92">
            <a:extLst>
              <a:ext uri="{FF2B5EF4-FFF2-40B4-BE49-F238E27FC236}">
                <a16:creationId xmlns:a16="http://schemas.microsoft.com/office/drawing/2014/main" id="{886ABAF4-420A-B751-2818-40E7C054F935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4" name="Online Image Placeholder 93">
            <a:extLst>
              <a:ext uri="{FF2B5EF4-FFF2-40B4-BE49-F238E27FC236}">
                <a16:creationId xmlns:a16="http://schemas.microsoft.com/office/drawing/2014/main" id="{91D783C5-8333-4B01-8ACA-6A12F3F2879B}"/>
              </a:ext>
            </a:extLst>
          </p:cNvPr>
          <p:cNvSpPr>
            <a:spLocks noGrp="1"/>
          </p:cNvSpPr>
          <p:nvPr>
            <p:ph type="clipArt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5" name="Content Placeholder 94">
            <a:extLst>
              <a:ext uri="{FF2B5EF4-FFF2-40B4-BE49-F238E27FC236}">
                <a16:creationId xmlns:a16="http://schemas.microsoft.com/office/drawing/2014/main" id="{7C977336-4F1D-1A5F-FC4C-8A9C39DCC029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6" name="Content Placeholder 95">
            <a:extLst>
              <a:ext uri="{FF2B5EF4-FFF2-40B4-BE49-F238E27FC236}">
                <a16:creationId xmlns:a16="http://schemas.microsoft.com/office/drawing/2014/main" id="{E129B146-E6B9-6AF7-5E32-28FDABDA3160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7" name="Content Placeholder 96">
            <a:extLst>
              <a:ext uri="{FF2B5EF4-FFF2-40B4-BE49-F238E27FC236}">
                <a16:creationId xmlns:a16="http://schemas.microsoft.com/office/drawing/2014/main" id="{D819DBBC-367B-6192-600E-F7C29DBDE6B1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409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C1280-924C-65DB-51F2-5C006700E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41">
            <a:extLst>
              <a:ext uri="{FF2B5EF4-FFF2-40B4-BE49-F238E27FC236}">
                <a16:creationId xmlns:a16="http://schemas.microsoft.com/office/drawing/2014/main" id="{9B944B7C-E2B0-C1AC-485D-FA933DFA1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5B093C3E-0E80-CC95-6DE7-3E912EB71A1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4" name="Online Image Placeholder 43">
            <a:extLst>
              <a:ext uri="{FF2B5EF4-FFF2-40B4-BE49-F238E27FC236}">
                <a16:creationId xmlns:a16="http://schemas.microsoft.com/office/drawing/2014/main" id="{E7CAE84D-F8AF-2F9F-48D3-AD6BC319A745}"/>
              </a:ext>
            </a:extLst>
          </p:cNvPr>
          <p:cNvSpPr>
            <a:spLocks noGrp="1"/>
          </p:cNvSpPr>
          <p:nvPr>
            <p:ph type="clipArt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5" name="Content Placeholder 44">
            <a:extLst>
              <a:ext uri="{FF2B5EF4-FFF2-40B4-BE49-F238E27FC236}">
                <a16:creationId xmlns:a16="http://schemas.microsoft.com/office/drawing/2014/main" id="{59DC1CFD-4670-657D-8603-B05703B5D303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6" name="Content Placeholder 45">
            <a:extLst>
              <a:ext uri="{FF2B5EF4-FFF2-40B4-BE49-F238E27FC236}">
                <a16:creationId xmlns:a16="http://schemas.microsoft.com/office/drawing/2014/main" id="{23752DBA-68D0-6D1D-793A-1A8F1911BCE5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7" name="Content Placeholder 46">
            <a:extLst>
              <a:ext uri="{FF2B5EF4-FFF2-40B4-BE49-F238E27FC236}">
                <a16:creationId xmlns:a16="http://schemas.microsoft.com/office/drawing/2014/main" id="{09424C44-5CB6-FE01-5814-9B875FAA6F3A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3712B733-53B2-8C34-80C0-1EA6B706C848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9" name="Online Image Placeholder 48">
            <a:extLst>
              <a:ext uri="{FF2B5EF4-FFF2-40B4-BE49-F238E27FC236}">
                <a16:creationId xmlns:a16="http://schemas.microsoft.com/office/drawing/2014/main" id="{A8F41CC4-B018-04A2-551E-6E84E7EF7A23}"/>
              </a:ext>
            </a:extLst>
          </p:cNvPr>
          <p:cNvSpPr>
            <a:spLocks noGrp="1"/>
          </p:cNvSpPr>
          <p:nvPr>
            <p:ph type="clipArt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0" name="Content Placeholder 49">
            <a:extLst>
              <a:ext uri="{FF2B5EF4-FFF2-40B4-BE49-F238E27FC236}">
                <a16:creationId xmlns:a16="http://schemas.microsoft.com/office/drawing/2014/main" id="{1D30F976-F4E5-D182-3CA4-A32CB912DDC2}"/>
              </a:ext>
            </a:extLst>
          </p:cNvPr>
          <p:cNvSpPr>
            <a:spLocks noGrp="1"/>
          </p:cNvSpPr>
          <p:nvPr>
            <p:ph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1" name="Content Placeholder 50">
            <a:extLst>
              <a:ext uri="{FF2B5EF4-FFF2-40B4-BE49-F238E27FC236}">
                <a16:creationId xmlns:a16="http://schemas.microsoft.com/office/drawing/2014/main" id="{C98C2EC6-3479-7D77-F7A5-2DA0860695FE}"/>
              </a:ext>
            </a:extLst>
          </p:cNvPr>
          <p:cNvSpPr>
            <a:spLocks noGrp="1"/>
          </p:cNvSpPr>
          <p:nvPr>
            <p:ph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2" name="Content Placeholder 51">
            <a:extLst>
              <a:ext uri="{FF2B5EF4-FFF2-40B4-BE49-F238E27FC236}">
                <a16:creationId xmlns:a16="http://schemas.microsoft.com/office/drawing/2014/main" id="{9EB99C9B-692F-5951-88D3-59602FF090EB}"/>
              </a:ext>
            </a:extLst>
          </p:cNvPr>
          <p:cNvSpPr>
            <a:spLocks noGrp="1"/>
          </p:cNvSpPr>
          <p:nvPr>
            <p:ph sz="quarter" idx="2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285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A6C849C6-E91F-C3C2-E949-800F837821E2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629363A6-54FD-2DE0-A7AF-A67CA1466065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C75F337D-1794-78C8-738B-8169F12F4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problem you were trying to solve with AI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156EB15-8FC6-00CD-E919-67CC9AF4757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772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dia Placeholder 1">
            <a:extLst>
              <a:ext uri="{FF2B5EF4-FFF2-40B4-BE49-F238E27FC236}">
                <a16:creationId xmlns:a16="http://schemas.microsoft.com/office/drawing/2014/main" id="{EB9FCB5F-6CA7-9325-8291-33C3F9ABF8AE}"/>
              </a:ext>
            </a:extLst>
          </p:cNvPr>
          <p:cNvSpPr>
            <a:spLocks noGrp="1"/>
          </p:cNvSpPr>
          <p:nvPr>
            <p:ph type="media" sz="quarter" idx="4294967295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CB7944-5F59-E5EB-F556-6965F4115B5C}"/>
              </a:ext>
            </a:extLst>
          </p:cNvPr>
          <p:cNvSpPr txBox="1"/>
          <p:nvPr/>
        </p:nvSpPr>
        <p:spPr>
          <a:xfrm>
            <a:off x="12260425" y="1150257"/>
            <a:ext cx="41828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2F92"/>
                </a:solidFill>
              </a:rPr>
              <a:t>Recording Guide:</a:t>
            </a:r>
          </a:p>
          <a:p>
            <a:r>
              <a:rPr lang="en-US" dirty="0">
                <a:hlinkClick r:id="rId2"/>
              </a:rPr>
              <a:t>https://intradiem.sharepoint.com/:w:/s/Marketing/IQDx4jCeKptvQ51I1Ws2iiIbAaH3lBhJq8bvvG5yFH6o7yI?e=kKFYgf</a:t>
            </a:r>
            <a:endParaRPr lang="en-US" dirty="0">
              <a:solidFill>
                <a:srgbClr val="FF2F9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0382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13495-ED0B-7174-2570-9826AFDC1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645849-A3F1-686C-9526-E4810150CF97}"/>
              </a:ext>
            </a:extLst>
          </p:cNvPr>
          <p:cNvSpPr txBox="1"/>
          <p:nvPr/>
        </p:nvSpPr>
        <p:spPr>
          <a:xfrm>
            <a:off x="12260425" y="804940"/>
            <a:ext cx="41828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2F92"/>
                </a:solidFill>
              </a:rPr>
              <a:t>Feel free to use these icons and infographics how you see fit. </a:t>
            </a:r>
          </a:p>
          <a:p>
            <a:r>
              <a:rPr lang="en-US" dirty="0">
                <a:solidFill>
                  <a:srgbClr val="FF2F92"/>
                </a:solidFill>
              </a:rPr>
              <a:t>If there’s one you want that isn’t here, leave a note for Rachel</a:t>
            </a:r>
          </a:p>
        </p:txBody>
      </p:sp>
      <p:pic>
        <p:nvPicPr>
          <p:cNvPr id="9" name="Content Placeholder 5">
            <a:extLst>
              <a:ext uri="{FF2B5EF4-FFF2-40B4-BE49-F238E27FC236}">
                <a16:creationId xmlns:a16="http://schemas.microsoft.com/office/drawing/2014/main" id="{2222D727-0553-D77C-40FC-0DBE58DC31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82370" y="2285767"/>
            <a:ext cx="307262" cy="309635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CAB0AEF2-CDA5-9018-B4A2-B7787E026663}"/>
              </a:ext>
            </a:extLst>
          </p:cNvPr>
          <p:cNvGrpSpPr/>
          <p:nvPr/>
        </p:nvGrpSpPr>
        <p:grpSpPr>
          <a:xfrm>
            <a:off x="12852019" y="2197988"/>
            <a:ext cx="485192" cy="485192"/>
            <a:chOff x="12922898" y="2707200"/>
            <a:chExt cx="485192" cy="485192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6EA4703-CAA3-0381-4129-E854F78551D6}"/>
                </a:ext>
              </a:extLst>
            </p:cNvPr>
            <p:cNvSpPr/>
            <p:nvPr/>
          </p:nvSpPr>
          <p:spPr>
            <a:xfrm>
              <a:off x="12922898" y="2707200"/>
              <a:ext cx="485192" cy="48519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Content Placeholder 5">
              <a:extLst>
                <a:ext uri="{FF2B5EF4-FFF2-40B4-BE49-F238E27FC236}">
                  <a16:creationId xmlns:a16="http://schemas.microsoft.com/office/drawing/2014/main" id="{FB88C945-DBBA-7760-1CBB-F41FB095EBC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3007521" y="2794979"/>
              <a:ext cx="307262" cy="309635"/>
            </a:xfrm>
            <a:prstGeom prst="rect">
              <a:avLst/>
            </a:prstGeom>
          </p:spPr>
        </p:pic>
      </p:grpSp>
      <p:pic>
        <p:nvPicPr>
          <p:cNvPr id="13" name="Content Placeholder 14">
            <a:extLst>
              <a:ext uri="{FF2B5EF4-FFF2-40B4-BE49-F238E27FC236}">
                <a16:creationId xmlns:a16="http://schemas.microsoft.com/office/drawing/2014/main" id="{E0B4CB72-DE4B-B054-F2CA-74D4B82123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063979" y="3494366"/>
            <a:ext cx="485192" cy="485192"/>
          </a:xfrm>
          <a:prstGeom prst="rect">
            <a:avLst/>
          </a:prstGeom>
        </p:spPr>
      </p:pic>
      <p:pic>
        <p:nvPicPr>
          <p:cNvPr id="18" name="Content Placeholder 14">
            <a:extLst>
              <a:ext uri="{FF2B5EF4-FFF2-40B4-BE49-F238E27FC236}">
                <a16:creationId xmlns:a16="http://schemas.microsoft.com/office/drawing/2014/main" id="{681CD4C3-F2B4-CA09-77AA-FA06C9EEA3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022261" y="2193677"/>
            <a:ext cx="512263" cy="485192"/>
          </a:xfrm>
          <a:prstGeom prst="rect">
            <a:avLst/>
          </a:prstGeom>
        </p:spPr>
      </p:pic>
      <p:pic>
        <p:nvPicPr>
          <p:cNvPr id="23" name="Content Placeholder 19">
            <a:extLst>
              <a:ext uri="{FF2B5EF4-FFF2-40B4-BE49-F238E27FC236}">
                <a16:creationId xmlns:a16="http://schemas.microsoft.com/office/drawing/2014/main" id="{2330831F-0CCB-A949-CE6F-231387EF1B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91819" y="3499338"/>
            <a:ext cx="598336" cy="475249"/>
          </a:xfrm>
          <a:prstGeom prst="rect">
            <a:avLst/>
          </a:prstGeom>
        </p:spPr>
      </p:pic>
      <p:pic>
        <p:nvPicPr>
          <p:cNvPr id="40" name="Content Placeholder 39">
            <a:extLst>
              <a:ext uri="{FF2B5EF4-FFF2-40B4-BE49-F238E27FC236}">
                <a16:creationId xmlns:a16="http://schemas.microsoft.com/office/drawing/2014/main" id="{64FD2721-5055-6ED1-DBCB-81248D1222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14691819" y="2808156"/>
            <a:ext cx="512263" cy="507026"/>
          </a:xfrm>
          <a:prstGeom prst="rect">
            <a:avLst/>
          </a:prstGeom>
        </p:spPr>
      </p:pic>
      <p:pic>
        <p:nvPicPr>
          <p:cNvPr id="38" name="Content Placeholder 34">
            <a:extLst>
              <a:ext uri="{FF2B5EF4-FFF2-40B4-BE49-F238E27FC236}">
                <a16:creationId xmlns:a16="http://schemas.microsoft.com/office/drawing/2014/main" id="{D5E400C2-4846-E6C2-FB24-3C85E3FFBE5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22898" y="2839797"/>
            <a:ext cx="343435" cy="475386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59BC9972-F84C-5853-B81F-47F0430D24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088876" y="2803126"/>
            <a:ext cx="507026" cy="507026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1E0653D7-B465-4B47-E98E-4E593DC791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382209" y="5485208"/>
            <a:ext cx="588718" cy="310964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3985AA3C-C5D0-540D-78EA-328FE76BF5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452888" y="2919788"/>
            <a:ext cx="489897" cy="32565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65ABD769-8D54-DF8C-FB05-262C5E88A0C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348834" y="3499269"/>
            <a:ext cx="409407" cy="475386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2FC27949-AF95-9380-CB6A-875B11CEC94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830416" y="3494779"/>
            <a:ext cx="484367" cy="484367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DD07D31C-69B9-D5CC-83B7-FC34A94828F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382209" y="2839797"/>
            <a:ext cx="450655" cy="507026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D7EC11E-4246-C77A-005A-83F0F2463D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3442311" y="3499338"/>
            <a:ext cx="479020" cy="475248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31A3FFA7-2FB3-B690-D1C5-983E7CE712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4680623" y="2198649"/>
            <a:ext cx="534654" cy="475248"/>
          </a:xfrm>
          <a:prstGeom prst="rect">
            <a:avLst/>
          </a:prstGeom>
        </p:spPr>
      </p:pic>
      <p:pic>
        <p:nvPicPr>
          <p:cNvPr id="58" name="Graphic 57">
            <a:extLst>
              <a:ext uri="{FF2B5EF4-FFF2-40B4-BE49-F238E27FC236}">
                <a16:creationId xmlns:a16="http://schemas.microsoft.com/office/drawing/2014/main" id="{81CF2853-6AE4-1625-19A2-36192DED32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3543018" y="2281456"/>
            <a:ext cx="309635" cy="309635"/>
          </a:xfrm>
          <a:prstGeom prst="rect">
            <a:avLst/>
          </a:prstGeom>
        </p:spPr>
      </p:pic>
      <p:pic>
        <p:nvPicPr>
          <p:cNvPr id="60" name="Graphic 59">
            <a:extLst>
              <a:ext uri="{FF2B5EF4-FFF2-40B4-BE49-F238E27FC236}">
                <a16:creationId xmlns:a16="http://schemas.microsoft.com/office/drawing/2014/main" id="{74C505A6-8CA9-53E4-57EE-6ECFBBEA0E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2348834" y="4131841"/>
            <a:ext cx="450655" cy="437925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EB15A905-9261-2D04-7B9C-7192A0AB99E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005265" y="4763784"/>
            <a:ext cx="522135" cy="522135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138CE3AA-714B-61FD-8557-F8D443E8B349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3018450" y="4133394"/>
            <a:ext cx="495764" cy="437925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9B1F23BC-995A-2275-DBF2-FCCED861B00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4341713" y="4795534"/>
            <a:ext cx="513432" cy="478623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B3D11EA3-088F-50DE-1C20-41C3178C3A3B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4984964" y="4763784"/>
            <a:ext cx="461219" cy="522135"/>
          </a:xfrm>
          <a:prstGeom prst="rect">
            <a:avLst/>
          </a:prstGeom>
        </p:spPr>
      </p:pic>
      <p:pic>
        <p:nvPicPr>
          <p:cNvPr id="72" name="Graphic 71">
            <a:extLst>
              <a:ext uri="{FF2B5EF4-FFF2-40B4-BE49-F238E27FC236}">
                <a16:creationId xmlns:a16="http://schemas.microsoft.com/office/drawing/2014/main" id="{F5B4B70A-C051-CCB9-789D-854491AD7A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3635355" y="4763784"/>
            <a:ext cx="574876" cy="522135"/>
          </a:xfrm>
          <a:prstGeom prst="rect">
            <a:avLst/>
          </a:prstGeom>
        </p:spPr>
      </p:pic>
      <p:pic>
        <p:nvPicPr>
          <p:cNvPr id="74" name="Graphic 73">
            <a:extLst>
              <a:ext uri="{FF2B5EF4-FFF2-40B4-BE49-F238E27FC236}">
                <a16:creationId xmlns:a16="http://schemas.microsoft.com/office/drawing/2014/main" id="{FC58D294-44D7-0540-F546-6FBD96F5AA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2348835" y="4757114"/>
            <a:ext cx="560854" cy="528805"/>
          </a:xfrm>
          <a:prstGeom prst="rect">
            <a:avLst/>
          </a:prstGeom>
        </p:spPr>
      </p:pic>
      <p:pic>
        <p:nvPicPr>
          <p:cNvPr id="76" name="Graphic 75">
            <a:extLst>
              <a:ext uri="{FF2B5EF4-FFF2-40B4-BE49-F238E27FC236}">
                <a16:creationId xmlns:a16="http://schemas.microsoft.com/office/drawing/2014/main" id="{9F9016C8-07B0-6FEC-32F6-9FFB81893B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3590215" y="4088694"/>
            <a:ext cx="539166" cy="537709"/>
          </a:xfrm>
          <a:prstGeom prst="rect">
            <a:avLst/>
          </a:prstGeom>
        </p:spPr>
      </p:pic>
      <p:pic>
        <p:nvPicPr>
          <p:cNvPr id="78" name="Graphic 77">
            <a:extLst>
              <a:ext uri="{FF2B5EF4-FFF2-40B4-BE49-F238E27FC236}">
                <a16:creationId xmlns:a16="http://schemas.microsoft.com/office/drawing/2014/main" id="{5499D946-EA12-AF2A-48BB-1DA1CE9926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4205382" y="4127520"/>
            <a:ext cx="445401" cy="445401"/>
          </a:xfrm>
          <a:prstGeom prst="rect">
            <a:avLst/>
          </a:prstGeom>
        </p:spPr>
      </p:pic>
      <p:pic>
        <p:nvPicPr>
          <p:cNvPr id="82" name="Graphic 81">
            <a:extLst>
              <a:ext uri="{FF2B5EF4-FFF2-40B4-BE49-F238E27FC236}">
                <a16:creationId xmlns:a16="http://schemas.microsoft.com/office/drawing/2014/main" id="{9A5465C3-77B3-DAEC-1284-D95DFD24D9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4801262" y="4083305"/>
            <a:ext cx="325856" cy="486461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66A9232E-E825-0F37-73F5-9CF446A263D8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3117499" y="5410629"/>
            <a:ext cx="460537" cy="460537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2567C764-B2F1-C46D-0F84-1ADB6BB31B78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3649290" y="5410629"/>
            <a:ext cx="460537" cy="460537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D77E4FBD-B886-5F64-E89C-0E94D52AD7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4150934" y="5409866"/>
            <a:ext cx="475248" cy="475248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13517B2E-01B7-915F-F001-9911EBB930A8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4690117" y="5409866"/>
            <a:ext cx="441852" cy="475248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E1DC40E7-4850-1487-A9CE-C82728BD750C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5161756" y="5409866"/>
            <a:ext cx="498076" cy="498076"/>
          </a:xfrm>
          <a:prstGeom prst="rect">
            <a:avLst/>
          </a:prstGeom>
        </p:spPr>
      </p:pic>
      <p:pic>
        <p:nvPicPr>
          <p:cNvPr id="94" name="Graphic 93">
            <a:extLst>
              <a:ext uri="{FF2B5EF4-FFF2-40B4-BE49-F238E27FC236}">
                <a16:creationId xmlns:a16="http://schemas.microsoft.com/office/drawing/2014/main" id="{8C44AE82-3DEF-837B-DC9A-9142A27B38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2941120" y="5980057"/>
            <a:ext cx="441853" cy="342003"/>
          </a:xfrm>
          <a:prstGeom prst="rect">
            <a:avLst/>
          </a:prstGeom>
        </p:spPr>
      </p:pic>
      <p:pic>
        <p:nvPicPr>
          <p:cNvPr id="96" name="Graphic 95">
            <a:extLst>
              <a:ext uri="{FF2B5EF4-FFF2-40B4-BE49-F238E27FC236}">
                <a16:creationId xmlns:a16="http://schemas.microsoft.com/office/drawing/2014/main" id="{4FF8CEFA-EC38-3C34-8FCB-0FA5AD7189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3548177" y="5980057"/>
            <a:ext cx="413438" cy="334842"/>
          </a:xfrm>
          <a:prstGeom prst="rect">
            <a:avLst/>
          </a:prstGeom>
        </p:spPr>
      </p:pic>
      <p:pic>
        <p:nvPicPr>
          <p:cNvPr id="98" name="Graphic 97">
            <a:extLst>
              <a:ext uri="{FF2B5EF4-FFF2-40B4-BE49-F238E27FC236}">
                <a16:creationId xmlns:a16="http://schemas.microsoft.com/office/drawing/2014/main" id="{2284AC4D-DB40-F529-8B33-0B6A8B86D5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2348834" y="5980057"/>
            <a:ext cx="441853" cy="334842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405AA96A-0A21-7925-377E-01BC67393668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5861831" y="2823267"/>
            <a:ext cx="438488" cy="422172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85B63F85-E1CE-7C5B-0C36-5B679DB95F91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5372072" y="3500716"/>
            <a:ext cx="482837" cy="482837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3BD82ACF-2321-EA58-4E66-50E996231E75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6057655" y="3494366"/>
            <a:ext cx="482304" cy="485192"/>
          </a:xfrm>
          <a:prstGeom prst="rect">
            <a:avLst/>
          </a:prstGeom>
        </p:spPr>
      </p:pic>
      <p:pic>
        <p:nvPicPr>
          <p:cNvPr id="108" name="Graphic 107">
            <a:extLst>
              <a:ext uri="{FF2B5EF4-FFF2-40B4-BE49-F238E27FC236}">
                <a16:creationId xmlns:a16="http://schemas.microsoft.com/office/drawing/2014/main" id="{F49D9F5F-95CA-1993-D6A6-1F7F1C6CC8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5349570" y="2275589"/>
            <a:ext cx="242938" cy="381097"/>
          </a:xfrm>
          <a:prstGeom prst="rect">
            <a:avLst/>
          </a:prstGeom>
        </p:spPr>
      </p:pic>
      <p:pic>
        <p:nvPicPr>
          <p:cNvPr id="110" name="Graphic 109">
            <a:extLst>
              <a:ext uri="{FF2B5EF4-FFF2-40B4-BE49-F238E27FC236}">
                <a16:creationId xmlns:a16="http://schemas.microsoft.com/office/drawing/2014/main" id="{B2B79FC6-48C9-6B81-8A2C-50E81C2E9C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5349570" y="2823266"/>
            <a:ext cx="437574" cy="422173"/>
          </a:xfrm>
          <a:prstGeom prst="rect">
            <a:avLst/>
          </a:prstGeom>
        </p:spPr>
      </p:pic>
      <p:pic>
        <p:nvPicPr>
          <p:cNvPr id="122" name="Picture 121">
            <a:extLst>
              <a:ext uri="{FF2B5EF4-FFF2-40B4-BE49-F238E27FC236}">
                <a16:creationId xmlns:a16="http://schemas.microsoft.com/office/drawing/2014/main" id="{85E817C5-1B9C-F62B-7EB0-6E90B1F9D67D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-2871334" y="7029723"/>
            <a:ext cx="2675128" cy="3821611"/>
          </a:xfrm>
          <a:prstGeom prst="rect">
            <a:avLst/>
          </a:prstGeom>
        </p:spPr>
      </p:pic>
      <p:pic>
        <p:nvPicPr>
          <p:cNvPr id="146" name="Graphic 145">
            <a:extLst>
              <a:ext uri="{FF2B5EF4-FFF2-40B4-BE49-F238E27FC236}">
                <a16:creationId xmlns:a16="http://schemas.microsoft.com/office/drawing/2014/main" id="{09077143-5EC2-F179-4A52-E5C085C724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2412606" y="9084153"/>
            <a:ext cx="9526427" cy="2597790"/>
          </a:xfrm>
          <a:prstGeom prst="rect">
            <a:avLst/>
          </a:prstGeom>
        </p:spPr>
      </p:pic>
      <p:grpSp>
        <p:nvGrpSpPr>
          <p:cNvPr id="150" name="Group 149">
            <a:extLst>
              <a:ext uri="{FF2B5EF4-FFF2-40B4-BE49-F238E27FC236}">
                <a16:creationId xmlns:a16="http://schemas.microsoft.com/office/drawing/2014/main" id="{3190EC68-2699-3743-736F-D8CEFFA9F6D0}"/>
              </a:ext>
            </a:extLst>
          </p:cNvPr>
          <p:cNvGrpSpPr/>
          <p:nvPr/>
        </p:nvGrpSpPr>
        <p:grpSpPr>
          <a:xfrm>
            <a:off x="12286946" y="6416292"/>
            <a:ext cx="3268770" cy="920680"/>
            <a:chOff x="651347" y="4498262"/>
            <a:chExt cx="3268770" cy="920680"/>
          </a:xfrm>
        </p:grpSpPr>
        <p:pic>
          <p:nvPicPr>
            <p:cNvPr id="148" name="Picture 147">
              <a:extLst>
                <a:ext uri="{FF2B5EF4-FFF2-40B4-BE49-F238E27FC236}">
                  <a16:creationId xmlns:a16="http://schemas.microsoft.com/office/drawing/2014/main" id="{CBB71900-C3EB-A51B-BADA-72DAC28E6C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651347" y="4498262"/>
              <a:ext cx="3268770" cy="920680"/>
            </a:xfrm>
            <a:prstGeom prst="rect">
              <a:avLst/>
            </a:prstGeom>
          </p:spPr>
        </p:pic>
        <p:pic>
          <p:nvPicPr>
            <p:cNvPr id="149" name="Content Placeholder 5">
              <a:extLst>
                <a:ext uri="{FF2B5EF4-FFF2-40B4-BE49-F238E27FC236}">
                  <a16:creationId xmlns:a16="http://schemas.microsoft.com/office/drawing/2014/main" id="{94788810-D820-9F38-CA58-B00ABF10DF6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899601" y="4775870"/>
              <a:ext cx="345388" cy="348055"/>
            </a:xfrm>
            <a:prstGeom prst="rect">
              <a:avLst/>
            </a:prstGeom>
          </p:spPr>
        </p:pic>
      </p:grpSp>
      <p:pic>
        <p:nvPicPr>
          <p:cNvPr id="154" name="Picture 153">
            <a:extLst>
              <a:ext uri="{FF2B5EF4-FFF2-40B4-BE49-F238E27FC236}">
                <a16:creationId xmlns:a16="http://schemas.microsoft.com/office/drawing/2014/main" id="{44401060-553C-C44D-399D-2097708193F3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-11440" y="9975095"/>
            <a:ext cx="12190903" cy="2547175"/>
          </a:xfrm>
          <a:prstGeom prst="rect">
            <a:avLst/>
          </a:prstGeom>
        </p:spPr>
      </p:pic>
      <p:pic>
        <p:nvPicPr>
          <p:cNvPr id="158" name="Graphic 157">
            <a:extLst>
              <a:ext uri="{FF2B5EF4-FFF2-40B4-BE49-F238E27FC236}">
                <a16:creationId xmlns:a16="http://schemas.microsoft.com/office/drawing/2014/main" id="{2C54A607-EFFD-213F-EC27-9DA7DE1C83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6658033" y="7485755"/>
            <a:ext cx="10470255" cy="1544791"/>
          </a:xfrm>
          <a:prstGeom prst="rect">
            <a:avLst/>
          </a:prstGeom>
        </p:spPr>
      </p:pic>
      <p:pic>
        <p:nvPicPr>
          <p:cNvPr id="160" name="Graphic 159">
            <a:extLst>
              <a:ext uri="{FF2B5EF4-FFF2-40B4-BE49-F238E27FC236}">
                <a16:creationId xmlns:a16="http://schemas.microsoft.com/office/drawing/2014/main" id="{55F3EA03-5940-7CB9-D1DB-4AFB593195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3075223" y="8563005"/>
            <a:ext cx="2890457" cy="1185269"/>
          </a:xfrm>
          <a:prstGeom prst="rect">
            <a:avLst/>
          </a:prstGeom>
        </p:spPr>
      </p:pic>
      <p:pic>
        <p:nvPicPr>
          <p:cNvPr id="162" name="Graphic 161">
            <a:extLst>
              <a:ext uri="{FF2B5EF4-FFF2-40B4-BE49-F238E27FC236}">
                <a16:creationId xmlns:a16="http://schemas.microsoft.com/office/drawing/2014/main" id="{F22D8BCB-FC75-2354-A6DD-3E2E1C0B85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0" y="8563005"/>
            <a:ext cx="2890457" cy="1185269"/>
          </a:xfrm>
          <a:prstGeom prst="rect">
            <a:avLst/>
          </a:prstGeom>
        </p:spPr>
      </p:pic>
      <p:pic>
        <p:nvPicPr>
          <p:cNvPr id="164" name="Graphic 163">
            <a:extLst>
              <a:ext uri="{FF2B5EF4-FFF2-40B4-BE49-F238E27FC236}">
                <a16:creationId xmlns:a16="http://schemas.microsoft.com/office/drawing/2014/main" id="{C4F94C61-7AEC-D90A-8E50-A78B0D93A7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19305" y="7212013"/>
            <a:ext cx="2890457" cy="1185269"/>
          </a:xfrm>
          <a:prstGeom prst="rect">
            <a:avLst/>
          </a:prstGeom>
        </p:spPr>
      </p:pic>
      <p:pic>
        <p:nvPicPr>
          <p:cNvPr id="170" name="Graphic 169">
            <a:extLst>
              <a:ext uri="{FF2B5EF4-FFF2-40B4-BE49-F238E27FC236}">
                <a16:creationId xmlns:a16="http://schemas.microsoft.com/office/drawing/2014/main" id="{EE4E899A-B24C-1309-F5B0-34F270E3AB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3075223" y="7212013"/>
            <a:ext cx="2890457" cy="1185269"/>
          </a:xfrm>
          <a:prstGeom prst="rect">
            <a:avLst/>
          </a:prstGeom>
        </p:spPr>
      </p:pic>
      <p:pic>
        <p:nvPicPr>
          <p:cNvPr id="174" name="Graphic 173">
            <a:extLst>
              <a:ext uri="{FF2B5EF4-FFF2-40B4-BE49-F238E27FC236}">
                <a16:creationId xmlns:a16="http://schemas.microsoft.com/office/drawing/2014/main" id="{D5DC8943-CD0D-0241-2EB2-6EE64189A2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-196206" y="12966623"/>
            <a:ext cx="7772400" cy="1835812"/>
          </a:xfrm>
          <a:prstGeom prst="rect">
            <a:avLst/>
          </a:prstGeom>
        </p:spPr>
      </p:pic>
      <p:sp>
        <p:nvSpPr>
          <p:cNvPr id="175" name="Rounded Rectangle 174">
            <a:extLst>
              <a:ext uri="{FF2B5EF4-FFF2-40B4-BE49-F238E27FC236}">
                <a16:creationId xmlns:a16="http://schemas.microsoft.com/office/drawing/2014/main" id="{5FCF41EB-321A-060D-10DA-F462BF63FD10}"/>
              </a:ext>
            </a:extLst>
          </p:cNvPr>
          <p:cNvSpPr/>
          <p:nvPr/>
        </p:nvSpPr>
        <p:spPr>
          <a:xfrm>
            <a:off x="-3245371" y="5366855"/>
            <a:ext cx="2782529" cy="1332912"/>
          </a:xfrm>
          <a:prstGeom prst="roundRect">
            <a:avLst>
              <a:gd name="adj" fmla="val 14036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49602DED-58F1-C3D2-5EA1-623FE4779A01}"/>
              </a:ext>
            </a:extLst>
          </p:cNvPr>
          <p:cNvSpPr txBox="1"/>
          <p:nvPr/>
        </p:nvSpPr>
        <p:spPr>
          <a:xfrm>
            <a:off x="-3171629" y="5409866"/>
            <a:ext cx="11095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$XX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6031FFF9-382E-DE15-190A-F324F80C3BE1}"/>
              </a:ext>
            </a:extLst>
          </p:cNvPr>
          <p:cNvSpPr txBox="1"/>
          <p:nvPr/>
        </p:nvSpPr>
        <p:spPr>
          <a:xfrm>
            <a:off x="-3171629" y="5981390"/>
            <a:ext cx="25760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Description Description</a:t>
            </a:r>
          </a:p>
          <a:p>
            <a:r>
              <a:rPr lang="en-US" dirty="0"/>
              <a:t>Description Description</a:t>
            </a:r>
          </a:p>
        </p:txBody>
      </p:sp>
      <p:pic>
        <p:nvPicPr>
          <p:cNvPr id="178" name="Picture 177">
            <a:extLst>
              <a:ext uri="{FF2B5EF4-FFF2-40B4-BE49-F238E27FC236}">
                <a16:creationId xmlns:a16="http://schemas.microsoft.com/office/drawing/2014/main" id="{E7DBA8EB-7835-6B73-99FB-B3962307367E}"/>
              </a:ext>
            </a:extLst>
      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6709811" y="9088556"/>
            <a:ext cx="7772400" cy="886539"/>
          </a:xfrm>
          <a:prstGeom prst="rect">
            <a:avLst/>
          </a:prstGeom>
        </p:spPr>
      </p:pic>
      <p:pic>
        <p:nvPicPr>
          <p:cNvPr id="180" name="Graphic 179">
            <a:extLst>
              <a:ext uri="{FF2B5EF4-FFF2-40B4-BE49-F238E27FC236}">
                <a16:creationId xmlns:a16="http://schemas.microsoft.com/office/drawing/2014/main" id="{17EE5C24-A464-900B-81DA-AD02288E61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-3470590" y="2988683"/>
            <a:ext cx="3104889" cy="1838421"/>
          </a:xfrm>
          <a:prstGeom prst="rect">
            <a:avLst/>
          </a:prstGeom>
        </p:spPr>
      </p:pic>
      <p:pic>
        <p:nvPicPr>
          <p:cNvPr id="182" name="Picture 181">
            <a:extLst>
              <a:ext uri="{FF2B5EF4-FFF2-40B4-BE49-F238E27FC236}">
                <a16:creationId xmlns:a16="http://schemas.microsoft.com/office/drawing/2014/main" id="{529EFEF1-AF44-D82F-C080-A223D72BCD3D}"/>
              </a:ext>
            </a:extLst>
      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-3466691" y="2053431"/>
            <a:ext cx="3097091" cy="1838421"/>
          </a:xfrm>
          <a:prstGeom prst="rect">
            <a:avLst/>
          </a:prstGeom>
        </p:spPr>
      </p:pic>
      <p:pic>
        <p:nvPicPr>
          <p:cNvPr id="184" name="Picture 183">
            <a:extLst>
              <a:ext uri="{FF2B5EF4-FFF2-40B4-BE49-F238E27FC236}">
                <a16:creationId xmlns:a16="http://schemas.microsoft.com/office/drawing/2014/main" id="{AF283261-3920-D564-BDD2-E49D45159058}"/>
              </a:ext>
            </a:extLst>
      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-3466691" y="1163711"/>
            <a:ext cx="3097091" cy="1838421"/>
          </a:xfrm>
          <a:prstGeom prst="rect">
            <a:avLst/>
          </a:prstGeom>
        </p:spPr>
      </p:pic>
      <p:pic>
        <p:nvPicPr>
          <p:cNvPr id="186" name="Picture 185">
            <a:extLst>
              <a:ext uri="{FF2B5EF4-FFF2-40B4-BE49-F238E27FC236}">
                <a16:creationId xmlns:a16="http://schemas.microsoft.com/office/drawing/2014/main" id="{6B0E964D-73E6-7F08-96BA-889105543925}"/>
              </a:ext>
            </a:extLst>
      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-3466691" y="215119"/>
            <a:ext cx="3097091" cy="1838421"/>
          </a:xfrm>
          <a:prstGeom prst="rect">
            <a:avLst/>
          </a:prstGeom>
        </p:spPr>
      </p:pic>
      <p:pic>
        <p:nvPicPr>
          <p:cNvPr id="188" name="Graphic 187">
            <a:extLst>
              <a:ext uri="{FF2B5EF4-FFF2-40B4-BE49-F238E27FC236}">
                <a16:creationId xmlns:a16="http://schemas.microsoft.com/office/drawing/2014/main" id="{EE401F38-1D3F-68E1-1215-73D9A55F6A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-3470590" y="-516877"/>
            <a:ext cx="3104889" cy="1838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198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ack background with orange line&#10;&#10;AI-generated content may be incorrect.">
            <a:extLst>
              <a:ext uri="{FF2B5EF4-FFF2-40B4-BE49-F238E27FC236}">
                <a16:creationId xmlns:a16="http://schemas.microsoft.com/office/drawing/2014/main" id="{E7210EF0-8E7F-9F77-DA4D-ACB4715B20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" r="1682"/>
          <a:stretch>
            <a:fillRect/>
          </a:stretch>
        </p:blipFill>
        <p:spPr>
          <a:xfrm>
            <a:off x="0" y="2867508"/>
            <a:ext cx="12192000" cy="1978409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C3D2B41-6633-F04A-5C94-B94D35C4A2A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732245" y="2548776"/>
            <a:ext cx="7380514" cy="1371600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chemeClr val="accent2"/>
                </a:solidFill>
              </a:rPr>
              <a:t>Questions?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A6057AA-D910-4E4F-5CB9-F23418E747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44945" y="4323018"/>
            <a:ext cx="7974304" cy="1284680"/>
          </a:xfrm>
        </p:spPr>
        <p:txBody>
          <a:bodyPr/>
          <a:lstStyle/>
          <a:p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178432677"/>
      </p:ext>
    </p:extLst>
  </p:cSld>
  <p:clrMapOvr>
    <a:masterClrMapping/>
  </p:clrMapOvr>
</p:sld>
</file>

<file path=ppt/theme/theme1.xml><?xml version="1.0" encoding="utf-8"?>
<a:theme xmlns:a="http://schemas.openxmlformats.org/drawingml/2006/main" name="Intradiem 2026">
  <a:themeElements>
    <a:clrScheme name="Intradiem - 2026">
      <a:dk1>
        <a:srgbClr val="363636"/>
      </a:dk1>
      <a:lt1>
        <a:srgbClr val="FFFFFF"/>
      </a:lt1>
      <a:dk2>
        <a:srgbClr val="000000"/>
      </a:dk2>
      <a:lt2>
        <a:srgbClr val="F2F2F2"/>
      </a:lt2>
      <a:accent1>
        <a:srgbClr val="2CB56E"/>
      </a:accent1>
      <a:accent2>
        <a:srgbClr val="F58220"/>
      </a:accent2>
      <a:accent3>
        <a:srgbClr val="A5CE38"/>
      </a:accent3>
      <a:accent4>
        <a:srgbClr val="FDBE3E"/>
      </a:accent4>
      <a:accent5>
        <a:srgbClr val="014637"/>
      </a:accent5>
      <a:accent6>
        <a:srgbClr val="228751"/>
      </a:accent6>
      <a:hlink>
        <a:srgbClr val="0000FF"/>
      </a:hlink>
      <a:folHlink>
        <a:srgbClr val="800080"/>
      </a:folHlink>
    </a:clrScheme>
    <a:fontScheme name="Trebuchet M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PT-Intradiem-Template-INTERNAL-2026" id="{08B08ACB-3CA8-E44C-B911-8BA44EAB65DC}" vid="{1E4D52B8-DF51-9749-A72F-07229BE7D94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E472101-376E-4443-BFF4-0100BFC2BF97}">
  <we:reference id="wa200000729" version="3.13.175.0" store="en-US" storeType="OMEX"/>
  <we:alternateReferences>
    <we:reference id="wa200000729" version="3.13.175.0" store="wa200000729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9cc3326-cec2-4fa0-990b-17a7201817ad">
      <Terms xmlns="http://schemas.microsoft.com/office/infopath/2007/PartnerControls"/>
    </lcf76f155ced4ddcb4097134ff3c332f>
    <TaxCatchAll xmlns="3786533e-2a7c-487e-a98a-570d5ffa3abc" xsi:nil="true"/>
    <SharedWithUsers xmlns="3786533e-2a7c-487e-a98a-570d5ffa3abc">
      <UserInfo>
        <DisplayName>Sierra Jones</DisplayName>
        <AccountId>27</AccountId>
        <AccountType/>
      </UserInfo>
    </SharedWithUsers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CBF23C9F2088E41BB39CF2D2638FBCC" ma:contentTypeVersion="18" ma:contentTypeDescription="Create a new document." ma:contentTypeScope="" ma:versionID="d18ccd9cb85723d25fe904318a3dbe6b">
  <xsd:schema xmlns:xsd="http://www.w3.org/2001/XMLSchema" xmlns:xs="http://www.w3.org/2001/XMLSchema" xmlns:p="http://schemas.microsoft.com/office/2006/metadata/properties" xmlns:ns1="http://schemas.microsoft.com/sharepoint/v3" xmlns:ns2="39cc3326-cec2-4fa0-990b-17a7201817ad" xmlns:ns3="3786533e-2a7c-487e-a98a-570d5ffa3abc" targetNamespace="http://schemas.microsoft.com/office/2006/metadata/properties" ma:root="true" ma:fieldsID="4a2376b2e576e18bcfb38dbb96a39335" ns1:_="" ns2:_="" ns3:_="">
    <xsd:import namespace="http://schemas.microsoft.com/sharepoint/v3"/>
    <xsd:import namespace="39cc3326-cec2-4fa0-990b-17a7201817ad"/>
    <xsd:import namespace="3786533e-2a7c-487e-a98a-570d5ffa3ab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Location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cc3326-cec2-4fa0-990b-17a7201817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9ea1e771-f8af-4822-bf1d-af83c344b1f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86533e-2a7c-487e-a98a-570d5ffa3abc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2f9b3984-e0e0-473a-b625-f86207423d09}" ma:internalName="TaxCatchAll" ma:showField="CatchAllData" ma:web="3786533e-2a7c-487e-a98a-570d5ffa3a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A225167-CD68-43E3-859B-44C5DAE9F1F2}">
  <ds:schemaRefs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3786533e-2a7c-487e-a98a-570d5ffa3abc"/>
    <ds:schemaRef ds:uri="http://purl.org/dc/terms/"/>
    <ds:schemaRef ds:uri="39cc3326-cec2-4fa0-990b-17a7201817ad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microsoft.com/sharepoint/v3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CC9B6CE6-92D8-467D-9C70-001B589AE23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D622045-15AA-48C6-A4E4-CF58CFAD7B07}">
  <ds:schemaRefs>
    <ds:schemaRef ds:uri="3786533e-2a7c-487e-a98a-570d5ffa3abc"/>
    <ds:schemaRef ds:uri="39cc3326-cec2-4fa0-990b-17a7201817a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Intradiem 2026</Template>
  <TotalTime>140</TotalTime>
  <Words>74</Words>
  <Application>Microsoft Macintosh PowerPoint</Application>
  <PresentationFormat>Widescreen</PresentationFormat>
  <Paragraphs>13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System Font Regular</vt:lpstr>
      <vt:lpstr>Tahoma</vt:lpstr>
      <vt:lpstr>Wingdings</vt:lpstr>
      <vt:lpstr>Intradiem 2026</vt:lpstr>
      <vt:lpstr>AI Champion Intro</vt:lpstr>
      <vt:lpstr>PowerPoint Presentation</vt:lpstr>
      <vt:lpstr>What problem you were trying to solve with AI</vt:lpstr>
      <vt:lpstr>PowerPoint Presentation</vt:lpstr>
      <vt:lpstr>Results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Rachel-Lyn Cavano</dc:creator>
  <cp:lastModifiedBy>Rachel-Lyn Cavano</cp:lastModifiedBy>
  <cp:revision>1</cp:revision>
  <dcterms:created xsi:type="dcterms:W3CDTF">2026-08-13T18:52:18Z</dcterms:created>
  <dcterms:modified xsi:type="dcterms:W3CDTF">2026-08-19T16:44:24Z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0x010100DCBF23C9F2088E41BB39CF2D2638FBCC</vt:lpwstr>
  </property>
  <property fmtid="{D5CDD505-2E9C-101B-9397-08002B2CF9AE}" pid="3" name="MediaServiceImageTags">
    <vt:lpwstr/>
  </property>
</Properties>
</file>